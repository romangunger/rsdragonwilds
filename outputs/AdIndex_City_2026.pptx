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f88da78b6b4d8c" /><Relationship Type="http://schemas.openxmlformats.org/officeDocument/2006/relationships/extended-properties" Target="/docProps/app.xml" Id="Rb41e05e2dc224287" /><Relationship Type="http://schemas.openxmlformats.org/officeDocument/2006/relationships/officeDocument" Target="/ppt/presentation.xml" Id="R089565d799e0400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3578a540ac94ac2"/>
  </p:sldMasterIdLst>
  <p:notesMasterIdLst>
    <p:notesMasterId xmlns:r="http://schemas.openxmlformats.org/officeDocument/2006/relationships" r:id="Rf0b371f5a205432e"/>
  </p:notesMasterIdLst>
  <p:sldIdLst>
    <p:sldId xmlns:r="http://schemas.openxmlformats.org/officeDocument/2006/relationships" id="256" r:id="R2296a841cae84573"/>
    <p:sldId xmlns:r="http://schemas.openxmlformats.org/officeDocument/2006/relationships" id="257" r:id="Re1b748944006443f"/>
    <p:sldId xmlns:r="http://schemas.openxmlformats.org/officeDocument/2006/relationships" id="258" r:id="R7f7db1babcd6432a"/>
    <p:sldId xmlns:r="http://schemas.openxmlformats.org/officeDocument/2006/relationships" id="259" r:id="R6e66221c2e9f41e1"/>
    <p:sldId xmlns:r="http://schemas.openxmlformats.org/officeDocument/2006/relationships" id="260" r:id="Refa9305758794322"/>
  </p:sldIdLst>
  <p:sldSz cx="12192000" cy="6858000"/>
  <p:notesSz cx="6858000" cy="9144000"/>
  <p:embeddedFontLst>
    <p:embeddedFont>
      <p:font typeface="Cera Pro"/>
      <p:regular xmlns:r="http://schemas.openxmlformats.org/officeDocument/2006/relationships" r:id="Rc0a21b637cab41dc"/>
      <p:bold xmlns:r="http://schemas.openxmlformats.org/officeDocument/2006/relationships" r:id="R8c054c731fc64d7a"/>
      <p:italic xmlns:r="http://schemas.openxmlformats.org/officeDocument/2006/relationships" r:id="Re46b7b10e3f44bbd"/>
      <p:boldItalic xmlns:r="http://schemas.openxmlformats.org/officeDocument/2006/relationships" r:id="R13c4a3c7964a49ac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e8431acc1c42f7" /><Relationship Type="http://schemas.openxmlformats.org/officeDocument/2006/relationships/slideMaster" Target="/ppt/slideMasters/slideMaster1.xml" Id="R63578a540ac94ac2" /><Relationship Type="http://schemas.openxmlformats.org/officeDocument/2006/relationships/notesMaster" Target="/ppt/notesMasters/notesMaster1.xml" Id="Rf0b371f5a205432e" /><Relationship Type="http://schemas.openxmlformats.org/officeDocument/2006/relationships/presProps" Target="/ppt/presProps.xml" Id="Rec7d57f8fa044672" /><Relationship Type="http://schemas.openxmlformats.org/officeDocument/2006/relationships/viewProps" Target="/ppt/viewProps.xml" Id="Rb444b6a114704c3e" /><Relationship Type="http://schemas.openxmlformats.org/officeDocument/2006/relationships/tableStyles" Target="/ppt/tableStyles.xml" Id="Rc10e7beb03c54756" /><Relationship Type="http://schemas.openxmlformats.org/officeDocument/2006/relationships/font" Target="/ppt/fonts/font.dat" Id="Rc0a21b637cab41dc" /><Relationship Type="http://schemas.openxmlformats.org/officeDocument/2006/relationships/font" Target="/ppt/fonts/font2.dat" Id="R8c054c731fc64d7a" /><Relationship Type="http://schemas.openxmlformats.org/officeDocument/2006/relationships/font" Target="/ppt/fonts/font3.dat" Id="Re46b7b10e3f44bbd" /><Relationship Type="http://schemas.openxmlformats.org/officeDocument/2006/relationships/font" Target="/ppt/fonts/font4.dat" Id="R13c4a3c7964a49ac" /><Relationship Type="http://schemas.openxmlformats.org/officeDocument/2006/relationships/slide" Target="/ppt/slides/slide1.xml" Id="R2296a841cae84573" /><Relationship Type="http://schemas.openxmlformats.org/officeDocument/2006/relationships/slide" Target="/ppt/slides/slide2.xml" Id="Re1b748944006443f" /><Relationship Type="http://schemas.openxmlformats.org/officeDocument/2006/relationships/slide" Target="/ppt/slides/slide3.xml" Id="R7f7db1babcd6432a" /><Relationship Type="http://schemas.openxmlformats.org/officeDocument/2006/relationships/slide" Target="/ppt/slides/slide4.xml" Id="R6e66221c2e9f41e1" /><Relationship Type="http://schemas.openxmlformats.org/officeDocument/2006/relationships/slide" Target="/ppt/slides/slide5.xml" Id="Refa93057587943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889e209eca47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АДВ">
  <a:themeElements>
    <a:clrScheme name="Custom ADV">
      <a:dk1>
        <a:srgbClr val="000000"/>
      </a:dk1>
      <a:lt1>
        <a:srgbClr val="FFFFFF"/>
      </a:lt1>
      <a:dk2>
        <a:srgbClr val="FF4F00"/>
      </a:dk2>
      <a:lt2>
        <a:srgbClr val="FFFFFF"/>
      </a:lt2>
      <a:accent1>
        <a:srgbClr val="FF4F00"/>
      </a:accent1>
      <a:accent2>
        <a:srgbClr val="006B47"/>
      </a:accent2>
      <a:accent3>
        <a:srgbClr val="F51F76"/>
      </a:accent3>
      <a:accent4>
        <a:srgbClr val="BDA79E"/>
      </a:accent4>
      <a:accent5>
        <a:srgbClr val="0028FF"/>
      </a:accent5>
      <a:accent6>
        <a:srgbClr val="00D391"/>
      </a:accent6>
      <a:hlink>
        <a:srgbClr val="006B47"/>
      </a:hlink>
      <a:folHlink>
        <a:srgbClr val="BDA79E"/>
      </a:folHlink>
    </a:clrScheme>
    <a:fontScheme name="Cera pro">
      <a:majorFont>
        <a:latin typeface="Cera Pro Black"/>
        <a:ea typeface=""/>
        <a:cs typeface=""/>
      </a:majorFont>
      <a:minorFont>
        <a:latin typeface="Cera Pro"/>
        <a:ea typeface=""/>
        <a:cs typeface=""/>
      </a:minorFont>
    </a:fontScheme>
    <a:fmtScheme name="Custom ADV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8a5ba4d9e44d3e" /><Relationship Type="http://schemas.openxmlformats.org/officeDocument/2006/relationships/notesMaster" Target="/ppt/notesMasters/notesMaster1.xml" Id="Rcdb006b9105c44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b9ab751ce74c5f" /><Relationship Type="http://schemas.openxmlformats.org/officeDocument/2006/relationships/notesMaster" Target="/ppt/notesMasters/notesMaster1.xml" Id="R1ea4e48afe1e48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3e7010c5ba456e" /><Relationship Type="http://schemas.openxmlformats.org/officeDocument/2006/relationships/notesMaster" Target="/ppt/notesMasters/notesMaster1.xml" Id="R37b96b2576634e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0c6e8db9404285" /><Relationship Type="http://schemas.openxmlformats.org/officeDocument/2006/relationships/notesMaster" Target="/ppt/notesMasters/notesMaster1.xml" Id="R464672218df34e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ce52f2aea4485d" /><Relationship Type="http://schemas.openxmlformats.org/officeDocument/2006/relationships/notesMaster" Target="/ppt/notesMasters/notesMaster1.xml" Id="Rb91953c5e4cf4e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26 июня 2026 года, Москва. Источник: AdIndex, https://adindex.ru/news/marketing/2026/07/1/346747.phtml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Восемь тематических потоков. Источники: пользовательский план и официальная программа AdIndex City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формулировок: https://adindex.ru/news/marketing/2026/07/1/346747.phtml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Сводка по пользовательскому плану.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Итоговая управленческая рамка по пользовательскому плану.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968b9809541b6" /><Relationship Type="http://schemas.openxmlformats.org/officeDocument/2006/relationships/image" Target="/ppt/media/image.emf" Id="R42ee64c39b7f4b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3a89cc5844e7e" /><Relationship Type="http://schemas.openxmlformats.org/officeDocument/2006/relationships/image" Target="/ppt/media/image2.emf" Id="R180b63e921d540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473d4356941ef" /><Relationship Type="http://schemas.openxmlformats.org/officeDocument/2006/relationships/image" Target="/ppt/media/image2.emf" Id="Raee07ce48b8f45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ed428eaa3c4dd8" /></Relationships>
</file>

<file path=ppt/slideLayouts/slideLayout1.xml><?xml version="1.0" encoding="utf-8"?>
<p:sldLayout xmlns:p="http://schemas.openxmlformats.org/presentationml/2006/main" preserve="1" userDrawn="1">
  <p:cSld name="Оранжевая простая обложка">
    <p:bg>
      <p:bgPr>
        <a:solidFill xmlns:a="http://schemas.openxmlformats.org/drawingml/2006/main">
          <a:srgbClr val="FF4F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41DBB3B5-3147-8E40-A6D0-1705E0AFC08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375" y="3013073"/>
            <a:ext cx="4464050" cy="16303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360000" bIns="0" anchor="t">
            <a:noAutofit/>
          </a:bodyPr>
          <a:lstStyle xmlns:a="http://schemas.openxmlformats.org/drawingml/2006/main">
            <a:lvl1pPr>
              <a:lnSpc>
                <a:spcPct val="80000"/>
              </a:lnSpc>
              <a:buNone/>
              <a:defRPr sz="4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Короткий</a:t>
            </a:r>
            <a:br/>
            <a:r>
              <a:t>и емкий заголовок</a:t>
            </a:r>
          </a:p>
        </p:txBody>
      </p:sp>
      <p:sp>
        <p:nvSpPr>
          <p:cNvPr id="6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4B45CD86-0138-9946-A338-FD1A293C5791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87375" y="5164932"/>
            <a:ext cx="4464050" cy="964406"/>
          </a:xfrm>
        </p:spPr>
        <p:txBody>
          <a:bodyPr xmlns:a="http://schemas.openxmlformats.org/drawingml/2006/main" rIns="36000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Саблайн</a:t>
            </a:r>
            <a:r>
              <a:t>, в котором можно чуть </a:t>
            </a:r>
            <a:r>
              <a:t>подробннее</a:t>
            </a:r>
            <a:r>
              <a:t> обозначить суть доклада </a:t>
            </a:r>
          </a:p>
        </p:txBody>
      </p:sp>
      <p:sp>
        <p:nvSpPr>
          <p:cNvPr id="7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BBB21A15-34CD-F445-A93C-77B6D54C460F}"/>
              </a:ext>
            </a:extLst>
          </p:cNvPr>
          <p:cNvSpPr>
            <a:spLocks xmlns:a="http://schemas.openxmlformats.org/drawingml/2006/main" noGrp="1"/>
          </p:cNvSpPr>
          <p:nvPr>
            <p:ph type="pic" idx="12" hasCustomPrompt="1"/>
          </p:nvPr>
        </p:nvSpPr>
        <p:spPr>
          <a:xfrm xmlns:a="http://schemas.openxmlformats.org/drawingml/2006/main">
            <a:off x="5267325" y="0"/>
            <a:ext cx="6944225" cy="6865620"/>
          </a:xfrm>
          <a:custGeom xmlns:a="http://schemas.openxmlformats.org/drawingml/2006/main">
            <a:gdLst>
              <a:gd name="connsiteX0" fmla="*/ 0 w 6924675"/>
              <a:gd name="connsiteY0" fmla="*/ 942975 h 6858000"/>
              <a:gd name="connsiteX1" fmla="*/ 942975 w 6924675"/>
              <a:gd name="connsiteY1" fmla="*/ 0 h 6858000"/>
              <a:gd name="connsiteX2" fmla="*/ 5981700 w 6924675"/>
              <a:gd name="connsiteY2" fmla="*/ 0 h 6858000"/>
              <a:gd name="connsiteX3" fmla="*/ 6924675 w 6924675"/>
              <a:gd name="connsiteY3" fmla="*/ 942975 h 6858000"/>
              <a:gd name="connsiteX4" fmla="*/ 6924675 w 6924675"/>
              <a:gd name="connsiteY4" fmla="*/ 5915025 h 6858000"/>
              <a:gd name="connsiteX5" fmla="*/ 5981700 w 6924675"/>
              <a:gd name="connsiteY5" fmla="*/ 6858000 h 6858000"/>
              <a:gd name="connsiteX6" fmla="*/ 942975 w 6924675"/>
              <a:gd name="connsiteY6" fmla="*/ 6858000 h 6858000"/>
              <a:gd name="connsiteX7" fmla="*/ 0 w 6924675"/>
              <a:gd name="connsiteY7" fmla="*/ 5915025 h 6858000"/>
              <a:gd name="connsiteX8" fmla="*/ 0 w 6924675"/>
              <a:gd name="connsiteY8" fmla="*/ 942975 h 6858000"/>
              <a:gd name="connsiteX0" fmla="*/ 0 w 7124935"/>
              <a:gd name="connsiteY0" fmla="*/ 942975 h 6858000"/>
              <a:gd name="connsiteX1" fmla="*/ 942975 w 7124935"/>
              <a:gd name="connsiteY1" fmla="*/ 0 h 6858000"/>
              <a:gd name="connsiteX2" fmla="*/ 6881813 w 7124935"/>
              <a:gd name="connsiteY2" fmla="*/ 0 h 6858000"/>
              <a:gd name="connsiteX3" fmla="*/ 6924675 w 7124935"/>
              <a:gd name="connsiteY3" fmla="*/ 942975 h 6858000"/>
              <a:gd name="connsiteX4" fmla="*/ 6924675 w 7124935"/>
              <a:gd name="connsiteY4" fmla="*/ 5915025 h 6858000"/>
              <a:gd name="connsiteX5" fmla="*/ 5981700 w 7124935"/>
              <a:gd name="connsiteY5" fmla="*/ 6858000 h 6858000"/>
              <a:gd name="connsiteX6" fmla="*/ 942975 w 7124935"/>
              <a:gd name="connsiteY6" fmla="*/ 6858000 h 6858000"/>
              <a:gd name="connsiteX7" fmla="*/ 0 w 7124935"/>
              <a:gd name="connsiteY7" fmla="*/ 5915025 h 6858000"/>
              <a:gd name="connsiteX8" fmla="*/ 0 w 7124935"/>
              <a:gd name="connsiteY8" fmla="*/ 942975 h 6858000"/>
              <a:gd name="connsiteX0" fmla="*/ 0 w 6924675"/>
              <a:gd name="connsiteY0" fmla="*/ 942975 h 6858000"/>
              <a:gd name="connsiteX1" fmla="*/ 942975 w 6924675"/>
              <a:gd name="connsiteY1" fmla="*/ 0 h 6858000"/>
              <a:gd name="connsiteX2" fmla="*/ 6881813 w 6924675"/>
              <a:gd name="connsiteY2" fmla="*/ 0 h 6858000"/>
              <a:gd name="connsiteX3" fmla="*/ 6924675 w 6924675"/>
              <a:gd name="connsiteY3" fmla="*/ 942975 h 6858000"/>
              <a:gd name="connsiteX4" fmla="*/ 6924675 w 6924675"/>
              <a:gd name="connsiteY4" fmla="*/ 5915025 h 6858000"/>
              <a:gd name="connsiteX5" fmla="*/ 5981700 w 6924675"/>
              <a:gd name="connsiteY5" fmla="*/ 6858000 h 6858000"/>
              <a:gd name="connsiteX6" fmla="*/ 942975 w 6924675"/>
              <a:gd name="connsiteY6" fmla="*/ 6858000 h 6858000"/>
              <a:gd name="connsiteX7" fmla="*/ 0 w 6924675"/>
              <a:gd name="connsiteY7" fmla="*/ 5915025 h 6858000"/>
              <a:gd name="connsiteX8" fmla="*/ 0 w 6924675"/>
              <a:gd name="connsiteY8" fmla="*/ 942975 h 6858000"/>
              <a:gd name="connsiteX0" fmla="*/ 0 w 6938963"/>
              <a:gd name="connsiteY0" fmla="*/ 942975 h 6858000"/>
              <a:gd name="connsiteX1" fmla="*/ 942975 w 6938963"/>
              <a:gd name="connsiteY1" fmla="*/ 0 h 6858000"/>
              <a:gd name="connsiteX2" fmla="*/ 6938963 w 6938963"/>
              <a:gd name="connsiteY2" fmla="*/ 0 h 6858000"/>
              <a:gd name="connsiteX3" fmla="*/ 6924675 w 6938963"/>
              <a:gd name="connsiteY3" fmla="*/ 942975 h 6858000"/>
              <a:gd name="connsiteX4" fmla="*/ 6924675 w 6938963"/>
              <a:gd name="connsiteY4" fmla="*/ 5915025 h 6858000"/>
              <a:gd name="connsiteX5" fmla="*/ 5981700 w 6938963"/>
              <a:gd name="connsiteY5" fmla="*/ 6858000 h 6858000"/>
              <a:gd name="connsiteX6" fmla="*/ 942975 w 6938963"/>
              <a:gd name="connsiteY6" fmla="*/ 6858000 h 6858000"/>
              <a:gd name="connsiteX7" fmla="*/ 0 w 6938963"/>
              <a:gd name="connsiteY7" fmla="*/ 5915025 h 6858000"/>
              <a:gd name="connsiteX8" fmla="*/ 0 w 6938963"/>
              <a:gd name="connsiteY8" fmla="*/ 942975 h 6858000"/>
              <a:gd name="connsiteX0" fmla="*/ 0 w 6938963"/>
              <a:gd name="connsiteY0" fmla="*/ 942975 h 7058260"/>
              <a:gd name="connsiteX1" fmla="*/ 942975 w 6938963"/>
              <a:gd name="connsiteY1" fmla="*/ 0 h 7058260"/>
              <a:gd name="connsiteX2" fmla="*/ 6938963 w 6938963"/>
              <a:gd name="connsiteY2" fmla="*/ 0 h 7058260"/>
              <a:gd name="connsiteX3" fmla="*/ 6924675 w 6938963"/>
              <a:gd name="connsiteY3" fmla="*/ 942975 h 7058260"/>
              <a:gd name="connsiteX4" fmla="*/ 6924675 w 6938963"/>
              <a:gd name="connsiteY4" fmla="*/ 6815138 h 7058260"/>
              <a:gd name="connsiteX5" fmla="*/ 5981700 w 6938963"/>
              <a:gd name="connsiteY5" fmla="*/ 6858000 h 7058260"/>
              <a:gd name="connsiteX6" fmla="*/ 942975 w 6938963"/>
              <a:gd name="connsiteY6" fmla="*/ 6858000 h 7058260"/>
              <a:gd name="connsiteX7" fmla="*/ 0 w 6938963"/>
              <a:gd name="connsiteY7" fmla="*/ 5915025 h 7058260"/>
              <a:gd name="connsiteX8" fmla="*/ 0 w 6938963"/>
              <a:gd name="connsiteY8" fmla="*/ 942975 h 7058260"/>
              <a:gd name="connsiteX0" fmla="*/ 0 w 6938963"/>
              <a:gd name="connsiteY0" fmla="*/ 942975 h 6858000"/>
              <a:gd name="connsiteX1" fmla="*/ 942975 w 6938963"/>
              <a:gd name="connsiteY1" fmla="*/ 0 h 6858000"/>
              <a:gd name="connsiteX2" fmla="*/ 6938963 w 6938963"/>
              <a:gd name="connsiteY2" fmla="*/ 0 h 6858000"/>
              <a:gd name="connsiteX3" fmla="*/ 6924675 w 6938963"/>
              <a:gd name="connsiteY3" fmla="*/ 942975 h 6858000"/>
              <a:gd name="connsiteX4" fmla="*/ 6924675 w 6938963"/>
              <a:gd name="connsiteY4" fmla="*/ 6815138 h 6858000"/>
              <a:gd name="connsiteX5" fmla="*/ 5981700 w 6938963"/>
              <a:gd name="connsiteY5" fmla="*/ 6858000 h 6858000"/>
              <a:gd name="connsiteX6" fmla="*/ 942975 w 6938963"/>
              <a:gd name="connsiteY6" fmla="*/ 6858000 h 6858000"/>
              <a:gd name="connsiteX7" fmla="*/ 0 w 6938963"/>
              <a:gd name="connsiteY7" fmla="*/ 5915025 h 6858000"/>
              <a:gd name="connsiteX8" fmla="*/ 0 w 6938963"/>
              <a:gd name="connsiteY8" fmla="*/ 942975 h 6858000"/>
              <a:gd name="connsiteX0" fmla="*/ 0 w 6939292"/>
              <a:gd name="connsiteY0" fmla="*/ 942975 h 6867212"/>
              <a:gd name="connsiteX1" fmla="*/ 942975 w 6939292"/>
              <a:gd name="connsiteY1" fmla="*/ 0 h 6867212"/>
              <a:gd name="connsiteX2" fmla="*/ 6938963 w 6939292"/>
              <a:gd name="connsiteY2" fmla="*/ 0 h 6867212"/>
              <a:gd name="connsiteX3" fmla="*/ 6924675 w 6939292"/>
              <a:gd name="connsiteY3" fmla="*/ 942975 h 6867212"/>
              <a:gd name="connsiteX4" fmla="*/ 6938962 w 6939292"/>
              <a:gd name="connsiteY4" fmla="*/ 6858000 h 6867212"/>
              <a:gd name="connsiteX5" fmla="*/ 5981700 w 6939292"/>
              <a:gd name="connsiteY5" fmla="*/ 6858000 h 6867212"/>
              <a:gd name="connsiteX6" fmla="*/ 942975 w 6939292"/>
              <a:gd name="connsiteY6" fmla="*/ 6858000 h 6867212"/>
              <a:gd name="connsiteX7" fmla="*/ 0 w 6939292"/>
              <a:gd name="connsiteY7" fmla="*/ 5915025 h 6867212"/>
              <a:gd name="connsiteX8" fmla="*/ 0 w 6939292"/>
              <a:gd name="connsiteY8" fmla="*/ 942975 h 6867212"/>
              <a:gd name="connsiteX0" fmla="*/ 0 w 6939292"/>
              <a:gd name="connsiteY0" fmla="*/ 942975 h 6867212"/>
              <a:gd name="connsiteX1" fmla="*/ 942975 w 6939292"/>
              <a:gd name="connsiteY1" fmla="*/ 0 h 6867212"/>
              <a:gd name="connsiteX2" fmla="*/ 6916103 w 6939292"/>
              <a:gd name="connsiteY2" fmla="*/ 0 h 6867212"/>
              <a:gd name="connsiteX3" fmla="*/ 6924675 w 6939292"/>
              <a:gd name="connsiteY3" fmla="*/ 942975 h 6867212"/>
              <a:gd name="connsiteX4" fmla="*/ 6938962 w 6939292"/>
              <a:gd name="connsiteY4" fmla="*/ 6858000 h 6867212"/>
              <a:gd name="connsiteX5" fmla="*/ 5981700 w 6939292"/>
              <a:gd name="connsiteY5" fmla="*/ 6858000 h 6867212"/>
              <a:gd name="connsiteX6" fmla="*/ 942975 w 6939292"/>
              <a:gd name="connsiteY6" fmla="*/ 6858000 h 6867212"/>
              <a:gd name="connsiteX7" fmla="*/ 0 w 6939292"/>
              <a:gd name="connsiteY7" fmla="*/ 5915025 h 6867212"/>
              <a:gd name="connsiteX8" fmla="*/ 0 w 6939292"/>
              <a:gd name="connsiteY8" fmla="*/ 942975 h 6867212"/>
              <a:gd name="connsiteX0" fmla="*/ 0 w 7403778"/>
              <a:gd name="connsiteY0" fmla="*/ 942975 h 6867212"/>
              <a:gd name="connsiteX1" fmla="*/ 942975 w 7403778"/>
              <a:gd name="connsiteY1" fmla="*/ 0 h 6867212"/>
              <a:gd name="connsiteX2" fmla="*/ 6916103 w 7403778"/>
              <a:gd name="connsiteY2" fmla="*/ 0 h 6867212"/>
              <a:gd name="connsiteX3" fmla="*/ 6938962 w 7403778"/>
              <a:gd name="connsiteY3" fmla="*/ 6858000 h 6867212"/>
              <a:gd name="connsiteX4" fmla="*/ 5981700 w 7403778"/>
              <a:gd name="connsiteY4" fmla="*/ 6858000 h 6867212"/>
              <a:gd name="connsiteX5" fmla="*/ 942975 w 7403778"/>
              <a:gd name="connsiteY5" fmla="*/ 6858000 h 6867212"/>
              <a:gd name="connsiteX6" fmla="*/ 0 w 7403778"/>
              <a:gd name="connsiteY6" fmla="*/ 5915025 h 6867212"/>
              <a:gd name="connsiteX7" fmla="*/ 0 w 7403778"/>
              <a:gd name="connsiteY7" fmla="*/ 942975 h 6867212"/>
              <a:gd name="connsiteX0" fmla="*/ 0 w 7005984"/>
              <a:gd name="connsiteY0" fmla="*/ 942975 h 6867212"/>
              <a:gd name="connsiteX1" fmla="*/ 942975 w 7005984"/>
              <a:gd name="connsiteY1" fmla="*/ 0 h 6867212"/>
              <a:gd name="connsiteX2" fmla="*/ 6916103 w 7005984"/>
              <a:gd name="connsiteY2" fmla="*/ 0 h 6867212"/>
              <a:gd name="connsiteX3" fmla="*/ 6938962 w 7005984"/>
              <a:gd name="connsiteY3" fmla="*/ 6858000 h 6867212"/>
              <a:gd name="connsiteX4" fmla="*/ 5981700 w 7005984"/>
              <a:gd name="connsiteY4" fmla="*/ 6858000 h 6867212"/>
              <a:gd name="connsiteX5" fmla="*/ 942975 w 7005984"/>
              <a:gd name="connsiteY5" fmla="*/ 6858000 h 6867212"/>
              <a:gd name="connsiteX6" fmla="*/ 0 w 7005984"/>
              <a:gd name="connsiteY6" fmla="*/ 5915025 h 6867212"/>
              <a:gd name="connsiteX7" fmla="*/ 0 w 7005984"/>
              <a:gd name="connsiteY7" fmla="*/ 942975 h 6867212"/>
              <a:gd name="connsiteX0" fmla="*/ 0 w 6997433"/>
              <a:gd name="connsiteY0" fmla="*/ 942975 h 6867212"/>
              <a:gd name="connsiteX1" fmla="*/ 942975 w 6997433"/>
              <a:gd name="connsiteY1" fmla="*/ 0 h 6867212"/>
              <a:gd name="connsiteX2" fmla="*/ 6916103 w 6997433"/>
              <a:gd name="connsiteY2" fmla="*/ 0 h 6867212"/>
              <a:gd name="connsiteX3" fmla="*/ 6938962 w 6997433"/>
              <a:gd name="connsiteY3" fmla="*/ 6858000 h 6867212"/>
              <a:gd name="connsiteX4" fmla="*/ 5981700 w 6997433"/>
              <a:gd name="connsiteY4" fmla="*/ 6858000 h 6867212"/>
              <a:gd name="connsiteX5" fmla="*/ 942975 w 6997433"/>
              <a:gd name="connsiteY5" fmla="*/ 6858000 h 6867212"/>
              <a:gd name="connsiteX6" fmla="*/ 0 w 6997433"/>
              <a:gd name="connsiteY6" fmla="*/ 5915025 h 6867212"/>
              <a:gd name="connsiteX7" fmla="*/ 0 w 6997433"/>
              <a:gd name="connsiteY7" fmla="*/ 942975 h 6867212"/>
              <a:gd name="connsiteX0" fmla="*/ 0 w 7346225"/>
              <a:gd name="connsiteY0" fmla="*/ 942975 h 6873201"/>
              <a:gd name="connsiteX1" fmla="*/ 942975 w 7346225"/>
              <a:gd name="connsiteY1" fmla="*/ 0 h 6873201"/>
              <a:gd name="connsiteX2" fmla="*/ 6916103 w 7346225"/>
              <a:gd name="connsiteY2" fmla="*/ 0 h 6873201"/>
              <a:gd name="connsiteX3" fmla="*/ 7319962 w 7346225"/>
              <a:gd name="connsiteY3" fmla="*/ 6865620 h 6873201"/>
              <a:gd name="connsiteX4" fmla="*/ 5981700 w 7346225"/>
              <a:gd name="connsiteY4" fmla="*/ 6858000 h 6873201"/>
              <a:gd name="connsiteX5" fmla="*/ 942975 w 7346225"/>
              <a:gd name="connsiteY5" fmla="*/ 6858000 h 6873201"/>
              <a:gd name="connsiteX6" fmla="*/ 0 w 7346225"/>
              <a:gd name="connsiteY6" fmla="*/ 5915025 h 6873201"/>
              <a:gd name="connsiteX7" fmla="*/ 0 w 7346225"/>
              <a:gd name="connsiteY7" fmla="*/ 942975 h 6873201"/>
              <a:gd name="connsiteX0" fmla="*/ 0 w 7272788"/>
              <a:gd name="connsiteY0" fmla="*/ 942975 h 6858000"/>
              <a:gd name="connsiteX1" fmla="*/ 942975 w 7272788"/>
              <a:gd name="connsiteY1" fmla="*/ 0 h 6858000"/>
              <a:gd name="connsiteX2" fmla="*/ 6916103 w 7272788"/>
              <a:gd name="connsiteY2" fmla="*/ 0 h 6858000"/>
              <a:gd name="connsiteX3" fmla="*/ 5981700 w 7272788"/>
              <a:gd name="connsiteY3" fmla="*/ 6858000 h 6858000"/>
              <a:gd name="connsiteX4" fmla="*/ 942975 w 7272788"/>
              <a:gd name="connsiteY4" fmla="*/ 6858000 h 6858000"/>
              <a:gd name="connsiteX5" fmla="*/ 0 w 7272788"/>
              <a:gd name="connsiteY5" fmla="*/ 5915025 h 6858000"/>
              <a:gd name="connsiteX6" fmla="*/ 0 w 7272788"/>
              <a:gd name="connsiteY6" fmla="*/ 942975 h 6858000"/>
              <a:gd name="connsiteX0" fmla="*/ 0 w 7595024"/>
              <a:gd name="connsiteY0" fmla="*/ 942975 h 6865620"/>
              <a:gd name="connsiteX1" fmla="*/ 942975 w 7595024"/>
              <a:gd name="connsiteY1" fmla="*/ 0 h 6865620"/>
              <a:gd name="connsiteX2" fmla="*/ 6916103 w 7595024"/>
              <a:gd name="connsiteY2" fmla="*/ 0 h 6865620"/>
              <a:gd name="connsiteX3" fmla="*/ 6896100 w 7595024"/>
              <a:gd name="connsiteY3" fmla="*/ 6865620 h 6865620"/>
              <a:gd name="connsiteX4" fmla="*/ 942975 w 7595024"/>
              <a:gd name="connsiteY4" fmla="*/ 6858000 h 6865620"/>
              <a:gd name="connsiteX5" fmla="*/ 0 w 7595024"/>
              <a:gd name="connsiteY5" fmla="*/ 5915025 h 6865620"/>
              <a:gd name="connsiteX6" fmla="*/ 0 w 7595024"/>
              <a:gd name="connsiteY6" fmla="*/ 942975 h 6865620"/>
              <a:gd name="connsiteX0" fmla="*/ 0 w 7269241"/>
              <a:gd name="connsiteY0" fmla="*/ 942975 h 6865620"/>
              <a:gd name="connsiteX1" fmla="*/ 942975 w 7269241"/>
              <a:gd name="connsiteY1" fmla="*/ 0 h 6865620"/>
              <a:gd name="connsiteX2" fmla="*/ 6916103 w 7269241"/>
              <a:gd name="connsiteY2" fmla="*/ 0 h 6865620"/>
              <a:gd name="connsiteX3" fmla="*/ 6896100 w 7269241"/>
              <a:gd name="connsiteY3" fmla="*/ 6865620 h 6865620"/>
              <a:gd name="connsiteX4" fmla="*/ 942975 w 7269241"/>
              <a:gd name="connsiteY4" fmla="*/ 6858000 h 6865620"/>
              <a:gd name="connsiteX5" fmla="*/ 0 w 7269241"/>
              <a:gd name="connsiteY5" fmla="*/ 5915025 h 6865620"/>
              <a:gd name="connsiteX6" fmla="*/ 0 w 7269241"/>
              <a:gd name="connsiteY6" fmla="*/ 942975 h 6865620"/>
              <a:gd name="connsiteX0" fmla="*/ 0 w 7280363"/>
              <a:gd name="connsiteY0" fmla="*/ 942975 h 6865620"/>
              <a:gd name="connsiteX1" fmla="*/ 942975 w 7280363"/>
              <a:gd name="connsiteY1" fmla="*/ 0 h 6865620"/>
              <a:gd name="connsiteX2" fmla="*/ 6916103 w 7280363"/>
              <a:gd name="connsiteY2" fmla="*/ 0 h 6865620"/>
              <a:gd name="connsiteX3" fmla="*/ 6896100 w 7280363"/>
              <a:gd name="connsiteY3" fmla="*/ 6865620 h 6865620"/>
              <a:gd name="connsiteX4" fmla="*/ 942975 w 7280363"/>
              <a:gd name="connsiteY4" fmla="*/ 6858000 h 6865620"/>
              <a:gd name="connsiteX5" fmla="*/ 0 w 7280363"/>
              <a:gd name="connsiteY5" fmla="*/ 5915025 h 6865620"/>
              <a:gd name="connsiteX6" fmla="*/ 0 w 7280363"/>
              <a:gd name="connsiteY6" fmla="*/ 942975 h 6865620"/>
              <a:gd name="connsiteX0" fmla="*/ 0 w 6916103"/>
              <a:gd name="connsiteY0" fmla="*/ 942975 h 6865620"/>
              <a:gd name="connsiteX1" fmla="*/ 942975 w 6916103"/>
              <a:gd name="connsiteY1" fmla="*/ 0 h 6865620"/>
              <a:gd name="connsiteX2" fmla="*/ 6916103 w 6916103"/>
              <a:gd name="connsiteY2" fmla="*/ 0 h 6865620"/>
              <a:gd name="connsiteX3" fmla="*/ 6896100 w 6916103"/>
              <a:gd name="connsiteY3" fmla="*/ 6865620 h 6865620"/>
              <a:gd name="connsiteX4" fmla="*/ 942975 w 6916103"/>
              <a:gd name="connsiteY4" fmla="*/ 6858000 h 6865620"/>
              <a:gd name="connsiteX5" fmla="*/ 0 w 6916103"/>
              <a:gd name="connsiteY5" fmla="*/ 5915025 h 6865620"/>
              <a:gd name="connsiteX6" fmla="*/ 0 w 6916103"/>
              <a:gd name="connsiteY6" fmla="*/ 942975 h 6865620"/>
              <a:gd name="connsiteX0" fmla="*/ 0 w 6937351"/>
              <a:gd name="connsiteY0" fmla="*/ 942975 h 6865620"/>
              <a:gd name="connsiteX1" fmla="*/ 942975 w 6937351"/>
              <a:gd name="connsiteY1" fmla="*/ 0 h 6865620"/>
              <a:gd name="connsiteX2" fmla="*/ 6916103 w 6937351"/>
              <a:gd name="connsiteY2" fmla="*/ 0 h 6865620"/>
              <a:gd name="connsiteX3" fmla="*/ 6937351 w 6937351"/>
              <a:gd name="connsiteY3" fmla="*/ 6865620 h 6865620"/>
              <a:gd name="connsiteX4" fmla="*/ 942975 w 6937351"/>
              <a:gd name="connsiteY4" fmla="*/ 6858000 h 6865620"/>
              <a:gd name="connsiteX5" fmla="*/ 0 w 6937351"/>
              <a:gd name="connsiteY5" fmla="*/ 5915025 h 6865620"/>
              <a:gd name="connsiteX6" fmla="*/ 0 w 6937351"/>
              <a:gd name="connsiteY6" fmla="*/ 942975 h 6865620"/>
            </a:gdLst>
            <a:rect l="l" t="t" r="r" b="b"/>
            <a:pathLst>
              <a:path w="6937351" h="6865620">
                <a:moveTo>
                  <a:pt x="0" y="942975"/>
                </a:moveTo>
                <a:cubicBezTo>
                  <a:pt x="0" y="422184"/>
                  <a:pt x="422184" y="0"/>
                  <a:pt x="942975" y="0"/>
                </a:cubicBezTo>
                <a:lnTo>
                  <a:pt x="6916103" y="0"/>
                </a:lnTo>
                <a:cubicBezTo>
                  <a:pt x="6913409" y="1410128"/>
                  <a:pt x="6919412" y="5753100"/>
                  <a:pt x="6937351" y="6865620"/>
                </a:cubicBezTo>
                <a:lnTo>
                  <a:pt x="942975" y="6858000"/>
                </a:lnTo>
                <a:cubicBezTo>
                  <a:pt x="422184" y="6858000"/>
                  <a:pt x="0" y="6435816"/>
                  <a:pt x="0" y="5915025"/>
                </a:cubicBezTo>
                <a:lnTo>
                  <a:pt x="0" y="942975"/>
                </a:lnTo>
                <a:close/>
              </a:path>
            </a:pathLst>
          </a:custGeom>
          <a:solidFill xmlns:a="http://schemas.openxmlformats.org/drawingml/2006/main">
            <a:schemeClr val="bg2">
              <a:lumMod val="10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90000"/>
              </a:lnSpc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Немного другой формат картинки, </a:t>
            </a:r>
          </a:p>
          <a:p xmlns:a="http://schemas.openxmlformats.org/drawingml/2006/main">
            <a:r>
              <a:t>но с тем же смыслом</a:t>
            </a:r>
          </a:p>
        </p:txBody>
      </p:sp>
      <p:pic>
        <p:nvPicPr>
          <p:cNvPr id="18" name="Рисунок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e64c39b7f4b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376" y="512765"/>
            <a:ext cx="1267399" cy="487854"/>
          </a:xfrm>
          <a:prstGeom xmlns:a="http://schemas.openxmlformats.org/drawingml/2006/main" prst="rect">
            <a:avLst/>
          </a:prstGeom>
        </p:spPr>
      </p:pic>
      <p:sp>
        <p:nvSpPr>
          <p:cNvPr id="8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63557905-A07F-4E81-92D0-43C194C9BE8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741108" y="310807"/>
            <a:ext cx="2262932" cy="201956"/>
          </a:xfrm>
        </p:spPr>
        <p:txBody>
          <a:bodyPr xmlns:a="http://schemas.openxmlformats.org/drawingml/2006/main" t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200">
                <a:solidFill>
                  <a:srgbClr val="FF4F00"/>
                </a:solidFill>
              </a:defRPr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Раздел презентации</a:t>
            </a:r>
          </a:p>
        </p:txBody>
      </p:sp>
      <p:sp>
        <p:nvSpPr>
          <p:cNvPr id="9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154BD7E6-AF9D-43D6-B2BC-55A5DC4A769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012238" y="310807"/>
            <a:ext cx="542579" cy="201956"/>
          </a:xfrm>
        </p:spPr>
        <p:txBody>
          <a:bodyPr xmlns:a="http://schemas.openxmlformats.org/drawingml/2006/main" t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200">
                <a:solidFill>
                  <a:srgbClr val="FF4F00"/>
                </a:solidFill>
              </a:defRPr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№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Базовый белый слайд в 1 колонк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41DBB3B5-3147-8E40-A6D0-1705E0AFC08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375" y="512764"/>
            <a:ext cx="7272337" cy="8665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r>
              <a:t>Простая белая страница </a:t>
            </a:r>
            <a:br/>
            <a:r>
              <a:t>с текстом в одну колонку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ED7F98F-B072-5947-BBC3-8A583560734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87375" y="1797050"/>
            <a:ext cx="7272338" cy="433228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/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Основной текст не следует делать на всю ширину слайда, лучше ограничиться восемью колонками, иначе его трудно будет читать. Следует делать размер основного текста, чтобы в строку влезало 6-8 слов. Не страшно, если справа у вас будет большое свободное поле.</a:t>
            </a:r>
          </a:p>
        </p:txBody>
      </p:sp>
      <p:pic>
        <p:nvPicPr>
          <p:cNvPr id="17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0b63e921d540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2963" y="6384992"/>
            <a:ext cx="524661" cy="201955"/>
          </a:xfrm>
          <a:prstGeom xmlns:a="http://schemas.openxmlformats.org/drawingml/2006/main" prst="rect">
            <a:avLst/>
          </a:prstGeom>
        </p:spPr>
      </p:pic>
      <p:sp>
        <p:nvSpPr>
          <p:cNvPr id="9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114B15EF-70DE-B94A-9601-17752A7926E3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741108" y="310807"/>
            <a:ext cx="2262932" cy="201956"/>
          </a:xfrm>
        </p:spPr>
        <p:txBody>
          <a:bodyPr xmlns:a="http://schemas.openxmlformats.org/drawingml/2006/main" t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200">
                <a:solidFill>
                  <a:srgbClr val="FF4F00"/>
                </a:solidFill>
              </a:defRPr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Раздел презентации</a:t>
            </a:r>
          </a:p>
        </p:txBody>
      </p:sp>
      <p:sp>
        <p:nvSpPr>
          <p:cNvPr id="7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897286F-37AD-D643-A096-FDEB3C617A75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9012238" y="310807"/>
            <a:ext cx="542579" cy="201956"/>
          </a:xfrm>
        </p:spPr>
        <p:txBody>
          <a:bodyPr xmlns:a="http://schemas.openxmlformats.org/drawingml/2006/main" t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200">
                <a:solidFill>
                  <a:srgbClr val="FF4F00"/>
                </a:solidFill>
              </a:defRPr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№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2_Белый слайд с очень узкой картинкой справ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41DBB3B5-3147-8E40-A6D0-1705E0AFC08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375" y="512763"/>
            <a:ext cx="7272338" cy="10012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360000" bIns="0" anchor="t">
            <a:no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r>
              <a:t>Вариант страницы с текстом </a:t>
            </a:r>
            <a:br/>
            <a:r>
              <a:t>и очень узкой картинкой</a:t>
            </a:r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63498D77-9827-B54A-9E12-64E3BA04B92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75613" y="512763"/>
            <a:ext cx="3529012" cy="5616575"/>
          </a:xfrm>
          <a:prstGeom xmlns:a="http://schemas.openxmlformats.org/drawingml/2006/main" prst="roundRect">
            <a:avLst>
              <a:gd name="adj" fmla="val 15988"/>
            </a:avLst>
          </a:prstGeom>
          <a:solidFill xmlns:a="http://schemas.openxmlformats.org/drawingml/2006/main">
            <a:schemeClr val="bg2">
              <a:lumMod val="10000"/>
            </a:schemeClr>
          </a:solidFill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85000"/>
              </a:lnSpc>
              <a:buNone/>
              <a:defRPr sz="14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Картинка, которая заполнит </a:t>
            </a:r>
          </a:p>
          <a:p xmlns:a="http://schemas.openxmlformats.org/drawingml/2006/main">
            <a:r>
              <a:t>этот фон по форме </a:t>
            </a:r>
          </a:p>
          <a:p xmlns:a="http://schemas.openxmlformats.org/drawingml/2006/main">
            <a:r>
              <a:t>(со скругленными углами). </a:t>
            </a:r>
          </a:p>
          <a:p xmlns:a="http://schemas.openxmlformats.org/drawingml/2006/main"/>
          <a:p xmlns:a="http://schemas.openxmlformats.org/drawingml/2006/main">
            <a:r>
              <a:t>Она обрежется под</a:t>
            </a:r>
          </a:p>
          <a:p xmlns:a="http://schemas.openxmlformats.org/drawingml/2006/main">
            <a:r>
              <a:t>его размер автоматически.</a:t>
            </a:r>
          </a:p>
        </p:txBody>
      </p:sp>
      <p:pic>
        <p:nvPicPr>
          <p:cNvPr id="18" name="Рисунок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07ce48b8f45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32963" y="6384992"/>
            <a:ext cx="524661" cy="201955"/>
          </a:xfrm>
          <a:prstGeom xmlns:a="http://schemas.openxmlformats.org/drawingml/2006/main" prst="rect">
            <a:avLst/>
          </a:prstGeom>
        </p:spPr>
      </p:pic>
      <p:sp>
        <p:nvSpPr>
          <p:cNvPr id="1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C3BE6FD-BEA4-6A4B-9AA3-FCE4494CB88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87375" y="1889760"/>
            <a:ext cx="3529013" cy="4239578"/>
          </a:xfrm>
        </p:spPr>
        <p:txBody>
          <a:bodyPr xmlns:a="http://schemas.openxmlformats.org/drawingml/2006/main" rIns="36000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/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От текста до изображения лучше оставить некоторый отступ. </a:t>
            </a:r>
          </a:p>
          <a:p xmlns:a="http://schemas.openxmlformats.org/drawingml/2006/main">
            <a:pPr>
              <a:buNone/>
            </a:pPr>
            <a:r>
              <a:t>Не стоит делать его слишком большим, или слишком маленьким. И помните о правиле, что объекты, относящиеся друг к другу должны быть ближе, чем те объекты, которые друг к другу относятся в меньшей степени.</a:t>
            </a:r>
          </a:p>
        </p:txBody>
      </p:sp>
      <p:sp>
        <p:nvSpPr>
          <p:cNvPr id="14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A98CBEB-7D70-944D-8479-204AF1EF9E4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330701" y="1889760"/>
            <a:ext cx="3529012" cy="4239578"/>
          </a:xfrm>
        </p:spPr>
        <p:txBody>
          <a:bodyPr xmlns:a="http://schemas.openxmlformats.org/drawingml/2006/main" rIns="36000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/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От текста до изображения лучше оставить некоторый отступ. </a:t>
            </a:r>
          </a:p>
          <a:p xmlns:a="http://schemas.openxmlformats.org/drawingml/2006/main">
            <a:pPr>
              <a:buNone/>
            </a:pPr>
            <a:r>
              <a:t>Не стоит делать его слишком большим, или слишком маленьким. И помните о правиле, что объекты, относящиеся друг к другу должны быть ближе, чем те объекты, которые друг к другу относятся в меньшей степени.</a:t>
            </a:r>
          </a:p>
        </p:txBody>
      </p:sp>
      <p:sp>
        <p:nvSpPr>
          <p:cNvPr id="11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C109D390-EC76-45D2-9400-299437D20B6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9741108" y="310807"/>
            <a:ext cx="2262932" cy="201956"/>
          </a:xfrm>
        </p:spPr>
        <p:txBody>
          <a:bodyPr xmlns:a="http://schemas.openxmlformats.org/drawingml/2006/main" t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200">
                <a:solidFill>
                  <a:srgbClr val="FF4F00"/>
                </a:solidFill>
              </a:defRPr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Раздел презентации</a:t>
            </a:r>
          </a:p>
        </p:txBody>
      </p:sp>
      <p:sp>
        <p:nvSpPr>
          <p:cNvPr id="12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069760CC-3797-414F-B75E-A803A14AD451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012238" y="310807"/>
            <a:ext cx="542579" cy="201956"/>
          </a:xfrm>
        </p:spPr>
        <p:txBody>
          <a:bodyPr xmlns:a="http://schemas.openxmlformats.org/drawingml/2006/main" t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200">
                <a:solidFill>
                  <a:srgbClr val="FF4F00"/>
                </a:solidFill>
              </a:defRPr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№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Белый слайд с увеличенной картинкой справ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41DBB3B5-3147-8E40-A6D0-1705E0AFC08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7376" y="512763"/>
            <a:ext cx="3529012" cy="1671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>
              <a:buNone/>
              <a:defRPr sz="2800"/>
            </a:lvl1pPr>
          </a:lstStyle>
          <a:p xmlns:a="http://schemas.openxmlformats.org/drawingml/2006/main">
            <a:r>
              <a:t>Страница </a:t>
            </a:r>
            <a:br/>
            <a:r>
              <a:t>с большой картинкой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ED7F98F-B072-5947-BBC3-8A583560734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587375" y="2423161"/>
            <a:ext cx="3529013" cy="370617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400"/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От текста до изображения лучше оставить некоторый отступ. </a:t>
            </a:r>
          </a:p>
          <a:p xmlns:a="http://schemas.openxmlformats.org/drawingml/2006/main">
            <a:pPr>
              <a:buNone/>
            </a:pPr>
            <a:r>
              <a:t>Не стоит делать его слишком большим, или слишком маленьким. И помните </a:t>
            </a:r>
          </a:p>
          <a:p xmlns:a="http://schemas.openxmlformats.org/drawingml/2006/main">
            <a:pPr>
              <a:buNone/>
            </a:pPr>
            <a:r>
              <a:t>о правиле, что объекты, относящиеся друг к другу должны быть ближе, чем </a:t>
            </a:r>
          </a:p>
          <a:p xmlns:a="http://schemas.openxmlformats.org/drawingml/2006/main">
            <a:pPr>
              <a:buNone/>
            </a:pPr>
            <a:r>
              <a:t>те объекты, которые друг к другу относятся в меньшей степени.</a:t>
            </a:r>
          </a:p>
        </p:txBody>
      </p:sp>
      <p:sp>
        <p:nvSpPr>
          <p:cNvPr id="10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287C24E0-EA5F-D147-BA23-FC3D19D38B54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5280577" y="0"/>
            <a:ext cx="6944225" cy="6865620"/>
          </a:xfrm>
          <a:custGeom xmlns:a="http://schemas.openxmlformats.org/drawingml/2006/main">
            <a:gdLst>
              <a:gd name="connsiteX0" fmla="*/ 943909 w 6944225"/>
              <a:gd name="connsiteY0" fmla="*/ 0 h 6865620"/>
              <a:gd name="connsiteX1" fmla="*/ 5148263 w 6944225"/>
              <a:gd name="connsiteY1" fmla="*/ 0 h 6865620"/>
              <a:gd name="connsiteX2" fmla="*/ 6922956 w 6944225"/>
              <a:gd name="connsiteY2" fmla="*/ 0 h 6865620"/>
              <a:gd name="connsiteX3" fmla="*/ 6924675 w 6944225"/>
              <a:gd name="connsiteY3" fmla="*/ 0 h 6865620"/>
              <a:gd name="connsiteX4" fmla="*/ 6924675 w 6944225"/>
              <a:gd name="connsiteY4" fmla="*/ 3012110 h 6865620"/>
              <a:gd name="connsiteX5" fmla="*/ 6924687 w 6944225"/>
              <a:gd name="connsiteY5" fmla="*/ 3018771 h 6865620"/>
              <a:gd name="connsiteX6" fmla="*/ 6944225 w 6944225"/>
              <a:gd name="connsiteY6" fmla="*/ 6865620 h 6865620"/>
              <a:gd name="connsiteX7" fmla="*/ 943909 w 6944225"/>
              <a:gd name="connsiteY7" fmla="*/ 6858000 h 6865620"/>
              <a:gd name="connsiteX8" fmla="*/ 0 w 6944225"/>
              <a:gd name="connsiteY8" fmla="*/ 5915025 h 6865620"/>
              <a:gd name="connsiteX9" fmla="*/ 0 w 6944225"/>
              <a:gd name="connsiteY9" fmla="*/ 942975 h 6865620"/>
              <a:gd name="connsiteX10" fmla="*/ 943909 w 6944225"/>
              <a:gd name="connsiteY10" fmla="*/ 0 h 6865620"/>
            </a:gdLst>
            <a:rect l="l" t="t" r="r" b="b"/>
            <a:pathLst>
              <a:path w="6944225" h="6865620">
                <a:moveTo>
                  <a:pt x="943909" y="0"/>
                </a:moveTo>
                <a:lnTo>
                  <a:pt x="5148263" y="0"/>
                </a:lnTo>
                <a:lnTo>
                  <a:pt x="6922956" y="0"/>
                </a:lnTo>
                <a:lnTo>
                  <a:pt x="6924675" y="0"/>
                </a:lnTo>
                <a:lnTo>
                  <a:pt x="6924675" y="3012110"/>
                </a:lnTo>
                <a:lnTo>
                  <a:pt x="6924687" y="3018771"/>
                </a:lnTo>
                <a:cubicBezTo>
                  <a:pt x="6927804" y="4591900"/>
                  <a:pt x="6934124" y="6239828"/>
                  <a:pt x="6944225" y="6865620"/>
                </a:cubicBezTo>
                <a:lnTo>
                  <a:pt x="943909" y="6858000"/>
                </a:lnTo>
                <a:cubicBezTo>
                  <a:pt x="422602" y="6858000"/>
                  <a:pt x="0" y="6435816"/>
                  <a:pt x="0" y="5915025"/>
                </a:cubicBezTo>
                <a:lnTo>
                  <a:pt x="0" y="942975"/>
                </a:lnTo>
                <a:cubicBezTo>
                  <a:pt x="0" y="422184"/>
                  <a:pt x="422602" y="0"/>
                  <a:pt x="943909" y="0"/>
                </a:cubicBezTo>
                <a:close/>
              </a:path>
            </a:pathLst>
          </a:custGeom>
          <a:solidFill xmlns:a="http://schemas.openxmlformats.org/drawingml/2006/main">
            <a:schemeClr val="bg2">
              <a:lumMod val="10000"/>
            </a:schemeClr>
          </a:solidFill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Немного другой формат картинки, </a:t>
            </a:r>
          </a:p>
          <a:p xmlns:a="http://schemas.openxmlformats.org/drawingml/2006/main">
            <a:r>
              <a:t>но с тем же смыслом и принципом работы</a:t>
            </a:r>
          </a:p>
        </p:txBody>
      </p:sp>
      <p:sp>
        <p:nvSpPr>
          <p:cNvPr id="12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6F9CE4DC-CC81-449E-AFB1-D22A5B8347C1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308100" y="310807"/>
            <a:ext cx="2262932" cy="201956"/>
          </a:xfrm>
        </p:spPr>
        <p:txBody>
          <a:bodyPr xmlns:a="http://schemas.openxmlformats.org/drawingml/2006/main" t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200">
                <a:solidFill>
                  <a:srgbClr val="FF4F00"/>
                </a:solidFill>
              </a:defRPr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Раздел презентации</a:t>
            </a:r>
          </a:p>
        </p:txBody>
      </p:sp>
      <p:sp>
        <p:nvSpPr>
          <p:cNvPr id="14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E55FB8F-13A1-493C-AB0D-346E09AACF8D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79230" y="310807"/>
            <a:ext cx="542579" cy="201956"/>
          </a:xfrm>
        </p:spPr>
        <p:txBody>
          <a:bodyPr xmlns:a="http://schemas.openxmlformats.org/drawingml/2006/main" tIns="0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1200">
                <a:solidFill>
                  <a:srgbClr val="FF4F00"/>
                </a:solidFill>
              </a:defRPr>
            </a:lvl1pPr>
            <a:lvl2pPr marL="185738" indent="0">
              <a:buNone/>
              <a:defRPr/>
            </a:lvl2pPr>
            <a:lvl3pPr marL="401637" indent="0">
              <a:buNone/>
              <a:defRPr/>
            </a:lvl3pPr>
            <a:lvl4pPr marL="635000" indent="0">
              <a:buNone/>
              <a:defRPr/>
            </a:lvl4pPr>
            <a:lvl5pPr marL="896938" indent="0"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№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3570fd1064433d" /><Relationship Type="http://schemas.openxmlformats.org/officeDocument/2006/relationships/slideLayout" Target="/ppt/slideLayouts/slideLayout1.xml" Id="Red700417639c4569" /><Relationship Type="http://schemas.openxmlformats.org/officeDocument/2006/relationships/slideLayout" Target="/ppt/slideLayouts/slideLayout2.xml" Id="Rf30005bccbfc4318" /><Relationship Type="http://schemas.openxmlformats.org/officeDocument/2006/relationships/slideLayout" Target="/ppt/slideLayouts/slideLayout3.xml" Id="Ra62f479bc1534e75" /><Relationship Type="http://schemas.openxmlformats.org/officeDocument/2006/relationships/slideLayout" Target="/ppt/slideLayouts/slideLayout4.xml" Id="R0d4216ae69b345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F1EE59C-9B36-FA4F-83D3-E4F7B0415D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7375" y="512764"/>
            <a:ext cx="7272338" cy="680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3" name="Текст 32">
            <a:extLst xmlns:a="http://schemas.openxmlformats.org/drawingml/2006/main">
              <a:ext uri="{FF2B5EF4-FFF2-40B4-BE49-F238E27FC236}">
                <a16:creationId xmlns:a16="http://schemas.microsoft.com/office/drawing/2014/main" id="{49A1C719-A94D-DF4D-B6B3-6647506E2B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7375" y="1193370"/>
            <a:ext cx="9145588" cy="49359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Образец текста</a:t>
            </a:r>
          </a:p>
          <a:p xmlns:a="http://schemas.openxmlformats.org/drawingml/2006/main">
            <a:pPr>
              <a:buNone/>
            </a:pPr>
            <a:r>
              <a:t>Второй уровень</a:t>
            </a:r>
          </a:p>
          <a:p xmlns:a="http://schemas.openxmlformats.org/drawingml/2006/main">
            <a:pPr>
              <a:buNone/>
            </a:pPr>
            <a:r>
              <a:t>Третий уровень</a:t>
            </a:r>
          </a:p>
          <a:p xmlns:a="http://schemas.openxmlformats.org/drawingml/2006/main">
            <a:pPr>
              <a:buNone/>
            </a:pPr>
            <a:r>
              <a:t>Четвертый уровень</a:t>
            </a:r>
          </a:p>
          <a:p xmlns:a="http://schemas.openxmlformats.org/drawingml/2006/main">
            <a:pPr>
              <a:buNone/>
            </a:pPr>
            <a:r>
              <a:t>Пятый уровень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700417639c4569"/>
    <p:sldLayoutId xmlns:r="http://schemas.openxmlformats.org/officeDocument/2006/relationships" id="2147483650" r:id="Rf30005bccbfc4318"/>
    <p:sldLayoutId xmlns:r="http://schemas.openxmlformats.org/officeDocument/2006/relationships" id="2147483651" r:id="Ra62f479bc1534e75"/>
    <p:sldLayoutId xmlns:r="http://schemas.openxmlformats.org/officeDocument/2006/relationships" id="2147483652" r:id="R0d4216ae69b34542"/>
  </p:sldLayoutIdLst>
  <p:txStyles>
    <p:titleStyle>
      <a:lvl1pPr xmlns:a="http://schemas.openxmlformats.org/drawingml/2006/main" algn="l" defTabSz="914400">
        <a:lnSpc>
          <a:spcPct val="85000"/>
        </a:lnSpc>
        <a:spcBef>
          <a:spcPct val="0"/>
        </a:spcBef>
        <a:buNone/>
        <a:defRPr sz="2800" b="1" kern="1200">
          <a:solidFill>
            <a:schemeClr val="tx1"/>
          </a:solidFill>
          <a:latin typeface="Cera Pro"/>
          <a:ea typeface="Cera Pro"/>
          <a:cs typeface="Cera Pro"/>
        </a:defRPr>
      </a:lvl1pPr>
    </p:titleStyle>
    <p:bodyStyle>
      <a:lvl1pPr xmlns:a="http://schemas.openxmlformats.org/drawingml/2006/main" marL="185738" indent="-185738" algn="l" defTabSz="914400">
        <a:lnSpc>
          <a:spcPct val="100000"/>
        </a:lnSpc>
        <a:spcBef>
          <a:spcPts val="0"/>
        </a:spcBef>
        <a:buClr>
          <a:srgbClr val="FF4F00"/>
        </a:buClr>
        <a:buFont typeface="Arial"/>
        <a:buChar char="•"/>
        <a:defRPr sz="1800" kern="1200">
          <a:solidFill>
            <a:schemeClr val="tx1"/>
          </a:solidFill>
          <a:latin typeface="Cera Pro"/>
          <a:ea typeface="Cera Pro"/>
          <a:cs typeface="Cera Pro"/>
        </a:defRPr>
      </a:lvl1pPr>
      <a:lvl2pPr xmlns:a="http://schemas.openxmlformats.org/drawingml/2006/main" marL="404813" indent="-219075" algn="l" defTabSz="914400">
        <a:lnSpc>
          <a:spcPct val="100000"/>
        </a:lnSpc>
        <a:spcBef>
          <a:spcPts val="0"/>
        </a:spcBef>
        <a:buClr>
          <a:srgbClr val="FF4F00"/>
        </a:buClr>
        <a:buFont typeface="Arial"/>
        <a:buChar char="•"/>
        <a:defRPr sz="1600" kern="1200">
          <a:solidFill>
            <a:schemeClr val="tx1"/>
          </a:solidFill>
          <a:latin typeface="Cera Pro"/>
          <a:ea typeface="Cera Pro"/>
          <a:cs typeface="Cera Pro"/>
        </a:defRPr>
      </a:lvl2pPr>
      <a:lvl3pPr xmlns:a="http://schemas.openxmlformats.org/drawingml/2006/main" marL="581025" indent="-176213" algn="l" defTabSz="914400">
        <a:lnSpc>
          <a:spcPct val="100000"/>
        </a:lnSpc>
        <a:spcBef>
          <a:spcPts val="0"/>
        </a:spcBef>
        <a:buClr>
          <a:srgbClr val="FF4F00"/>
        </a:buClr>
        <a:buFont typeface="Arial"/>
        <a:buChar char="•"/>
        <a:defRPr sz="1600" kern="1200">
          <a:solidFill>
            <a:schemeClr val="tx1"/>
          </a:solidFill>
          <a:latin typeface="Cera Pro"/>
          <a:ea typeface="Cera Pro"/>
          <a:cs typeface="Cera Pro"/>
        </a:defRPr>
      </a:lvl3pPr>
      <a:lvl4pPr xmlns:a="http://schemas.openxmlformats.org/drawingml/2006/main" marL="800100" indent="-165100" algn="l" defTabSz="914400">
        <a:lnSpc>
          <a:spcPct val="100000"/>
        </a:lnSpc>
        <a:spcBef>
          <a:spcPts val="0"/>
        </a:spcBef>
        <a:buClr>
          <a:srgbClr val="FF4F00"/>
        </a:buClr>
        <a:buFont typeface="Arial"/>
        <a:buChar char="•"/>
        <a:defRPr sz="1600" kern="1200">
          <a:solidFill>
            <a:schemeClr val="tx1"/>
          </a:solidFill>
          <a:latin typeface="Cera Pro"/>
          <a:ea typeface="Cera Pro"/>
          <a:cs typeface="Cera Pro"/>
        </a:defRPr>
      </a:lvl4pPr>
      <a:lvl5pPr xmlns:a="http://schemas.openxmlformats.org/drawingml/2006/main" marL="1027113" indent="-130175" algn="l" defTabSz="914400">
        <a:lnSpc>
          <a:spcPct val="100000"/>
        </a:lnSpc>
        <a:spcBef>
          <a:spcPts val="0"/>
        </a:spcBef>
        <a:buClr>
          <a:srgbClr val="FF4F00"/>
        </a:buClr>
        <a:buFont typeface="Arial"/>
        <a:buChar char="•"/>
        <a:defRPr sz="1400" kern="1200">
          <a:solidFill>
            <a:schemeClr val="tx1"/>
          </a:solidFill>
          <a:latin typeface="Cera Pro"/>
          <a:ea typeface="Cera Pro"/>
          <a:cs typeface="Cera Pro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A4A3A4"/>
          </p15:clr>
        </p15:guide>
        <p15:guide id="2" pos="3840" userDrawn="1">
          <p15:clr>
            <a:srgbClr xmlns:a="http://schemas.openxmlformats.org/drawingml/2006/main" val="A4A3A4"/>
          </p15:clr>
        </p15:guide>
        <p15:guide id="5" orient="horz" pos="323" userDrawn="1">
          <p15:clr>
            <a:srgbClr xmlns:a="http://schemas.openxmlformats.org/drawingml/2006/main" val="F26B43"/>
          </p15:clr>
        </p15:guide>
        <p15:guide id="6" orient="horz" pos="3861" userDrawn="1">
          <p15:clr>
            <a:srgbClr xmlns:a="http://schemas.openxmlformats.org/drawingml/2006/main" val="F26B43"/>
          </p15:clr>
        </p15:guide>
        <p15:guide id="13" pos="3772" userDrawn="1">
          <p15:clr>
            <a:srgbClr xmlns:a="http://schemas.openxmlformats.org/drawingml/2006/main" val="5ACBF0"/>
          </p15:clr>
        </p15:guide>
        <p15:guide id="14" pos="3908" userDrawn="1">
          <p15:clr>
            <a:srgbClr xmlns:a="http://schemas.openxmlformats.org/drawingml/2006/main" val="5ACBF0"/>
          </p15:clr>
        </p15:guide>
        <p15:guide id="15" pos="3318" userDrawn="1">
          <p15:clr>
            <a:srgbClr xmlns:a="http://schemas.openxmlformats.org/drawingml/2006/main" val="5ACBF0"/>
          </p15:clr>
        </p15:guide>
        <p15:guide id="16" pos="3182" userDrawn="1">
          <p15:clr>
            <a:srgbClr xmlns:a="http://schemas.openxmlformats.org/drawingml/2006/main" val="5ACBF0"/>
          </p15:clr>
        </p15:guide>
        <p15:guide id="17" pos="2729" userDrawn="1">
          <p15:clr>
            <a:srgbClr xmlns:a="http://schemas.openxmlformats.org/drawingml/2006/main" val="5ACBF0"/>
          </p15:clr>
        </p15:guide>
        <p15:guide id="18" pos="2593" userDrawn="1">
          <p15:clr>
            <a:srgbClr xmlns:a="http://schemas.openxmlformats.org/drawingml/2006/main" val="5ACBF0"/>
          </p15:clr>
        </p15:guide>
        <p15:guide id="19" pos="2139" userDrawn="1">
          <p15:clr>
            <a:srgbClr xmlns:a="http://schemas.openxmlformats.org/drawingml/2006/main" val="5ACBF0"/>
          </p15:clr>
        </p15:guide>
        <p15:guide id="20" pos="2003" userDrawn="1">
          <p15:clr>
            <a:srgbClr xmlns:a="http://schemas.openxmlformats.org/drawingml/2006/main" val="5ACBF0"/>
          </p15:clr>
        </p15:guide>
        <p15:guide id="21" pos="1549" userDrawn="1">
          <p15:clr>
            <a:srgbClr xmlns:a="http://schemas.openxmlformats.org/drawingml/2006/main" val="5ACBF0"/>
          </p15:clr>
        </p15:guide>
        <p15:guide id="22" pos="1413" userDrawn="1">
          <p15:clr>
            <a:srgbClr xmlns:a="http://schemas.openxmlformats.org/drawingml/2006/main" val="5ACBF0"/>
          </p15:clr>
        </p15:guide>
        <p15:guide id="23" pos="960" userDrawn="1">
          <p15:clr>
            <a:srgbClr xmlns:a="http://schemas.openxmlformats.org/drawingml/2006/main" val="5ACBF0"/>
          </p15:clr>
        </p15:guide>
        <p15:guide id="24" pos="824" userDrawn="1">
          <p15:clr>
            <a:srgbClr xmlns:a="http://schemas.openxmlformats.org/drawingml/2006/main" val="5ACBF0"/>
          </p15:clr>
        </p15:guide>
        <p15:guide id="25" pos="370" userDrawn="1">
          <p15:clr>
            <a:srgbClr xmlns:a="http://schemas.openxmlformats.org/drawingml/2006/main" val="F26B43"/>
          </p15:clr>
        </p15:guide>
        <p15:guide id="26" pos="4362" userDrawn="1">
          <p15:clr>
            <a:srgbClr xmlns:a="http://schemas.openxmlformats.org/drawingml/2006/main" val="5ACBF0"/>
          </p15:clr>
        </p15:guide>
        <p15:guide id="27" pos="4475" userDrawn="1">
          <p15:clr>
            <a:srgbClr xmlns:a="http://schemas.openxmlformats.org/drawingml/2006/main" val="5ACBF0"/>
          </p15:clr>
        </p15:guide>
        <p15:guide id="28" pos="4951" userDrawn="1">
          <p15:clr>
            <a:srgbClr xmlns:a="http://schemas.openxmlformats.org/drawingml/2006/main" val="5ACBF0"/>
          </p15:clr>
        </p15:guide>
        <p15:guide id="29" pos="5087" userDrawn="1">
          <p15:clr>
            <a:srgbClr xmlns:a="http://schemas.openxmlformats.org/drawingml/2006/main" val="5ACBF0"/>
          </p15:clr>
        </p15:guide>
        <p15:guide id="30" pos="5541" userDrawn="1">
          <p15:clr>
            <a:srgbClr xmlns:a="http://schemas.openxmlformats.org/drawingml/2006/main" val="5ACBF0"/>
          </p15:clr>
        </p15:guide>
        <p15:guide id="31" pos="5677" userDrawn="1">
          <p15:clr>
            <a:srgbClr xmlns:a="http://schemas.openxmlformats.org/drawingml/2006/main" val="5ACBF0"/>
          </p15:clr>
        </p15:guide>
        <p15:guide id="32" pos="6131" userDrawn="1">
          <p15:clr>
            <a:srgbClr xmlns:a="http://schemas.openxmlformats.org/drawingml/2006/main" val="5ACBF0"/>
          </p15:clr>
        </p15:guide>
        <p15:guide id="33" pos="6267" userDrawn="1">
          <p15:clr>
            <a:srgbClr xmlns:a="http://schemas.openxmlformats.org/drawingml/2006/main" val="5ACBF0"/>
          </p15:clr>
        </p15:guide>
        <p15:guide id="34" pos="6720" userDrawn="1">
          <p15:clr>
            <a:srgbClr xmlns:a="http://schemas.openxmlformats.org/drawingml/2006/main" val="5ACBF0"/>
          </p15:clr>
        </p15:guide>
        <p15:guide id="35" pos="6856" userDrawn="1">
          <p15:clr>
            <a:srgbClr xmlns:a="http://schemas.openxmlformats.org/drawingml/2006/main" val="5ACBF0"/>
          </p15:clr>
        </p15:guide>
        <p15:guide id="36" pos="731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АДВ">
  <a:themeElements>
    <a:clrScheme name="Custom ADV">
      <a:dk1>
        <a:srgbClr val="000000"/>
      </a:dk1>
      <a:lt1>
        <a:srgbClr val="FFFFFF"/>
      </a:lt1>
      <a:dk2>
        <a:srgbClr val="FF4F00"/>
      </a:dk2>
      <a:lt2>
        <a:srgbClr val="FFFFFF"/>
      </a:lt2>
      <a:accent1>
        <a:srgbClr val="FF4F00"/>
      </a:accent1>
      <a:accent2>
        <a:srgbClr val="006B47"/>
      </a:accent2>
      <a:accent3>
        <a:srgbClr val="F51F76"/>
      </a:accent3>
      <a:accent4>
        <a:srgbClr val="BDA79E"/>
      </a:accent4>
      <a:accent5>
        <a:srgbClr val="0028FF"/>
      </a:accent5>
      <a:accent6>
        <a:srgbClr val="00D391"/>
      </a:accent6>
      <a:hlink>
        <a:srgbClr val="006B47"/>
      </a:hlink>
      <a:folHlink>
        <a:srgbClr val="BDA79E"/>
      </a:folHlink>
    </a:clrScheme>
    <a:fontScheme name="Cera pro">
      <a:majorFont>
        <a:latin typeface="Cera Pro Black"/>
        <a:ea typeface=""/>
        <a:cs typeface=""/>
      </a:majorFont>
      <a:minorFont>
        <a:latin typeface="Cera Pro"/>
        <a:ea typeface=""/>
        <a:cs typeface=""/>
      </a:minorFont>
    </a:fontScheme>
    <a:fmtScheme name="Custom ADV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e2d2021db04e3a" /><Relationship Type="http://schemas.openxmlformats.org/officeDocument/2006/relationships/image" Target="/ppt/media/image.png" Id="Rfe4fe882c9494289" /><Relationship Type="http://schemas.openxmlformats.org/officeDocument/2006/relationships/notesSlide" Target="/ppt/notesSlides/notesSlide1.xml" Id="Rd923a88b3e0546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4065c8a7a484a" /><Relationship Type="http://schemas.openxmlformats.org/officeDocument/2006/relationships/notesSlide" Target="/ppt/notesSlides/notesSlide2.xml" Id="R8fd73b972a2141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e3628be49f4611" /><Relationship Type="http://schemas.openxmlformats.org/officeDocument/2006/relationships/notesSlide" Target="/ppt/notesSlides/notesSlide3.xml" Id="R01ca1ed0292c49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4cbcee0a94419a" /><Relationship Type="http://schemas.openxmlformats.org/officeDocument/2006/relationships/image" Target="/ppt/media/image2.png" Id="Re86c72d9cd9c492d" /><Relationship Type="http://schemas.openxmlformats.org/officeDocument/2006/relationships/notesSlide" Target="/ppt/notesSlides/notesSlide4.xml" Id="R9408899dfae442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1329d4b95740d7" /><Relationship Type="http://schemas.openxmlformats.org/officeDocument/2006/relationships/notesSlide" Target="/ppt/notesSlides/notesSlide5.xml" Id="R097f217762b8468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BEE448F-2C83-4D5C-8641-548F53AC8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0297" y="2600325"/>
            <a:ext cx="5339891" cy="2349121"/>
          </a:xfrm>
          <a:effectLst xmlns:a="http://schemas.openxmlformats.org/drawingml/2006/main">
            <a:outerShdw blurRad="63500" dist="50800" dir="5400000" sx="102000" sy="102000" algn="ctr" rotWithShape="0">
              <a:srgbClr val="000000">
                <a:alpha val="40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AdIndex Сити 2026</a:t>
            </a:r>
          </a:p>
          <a:p xmlns:a="http://schemas.openxmlformats.org/drawingml/2006/main">
            <a:r>
              <a:t>Рекламный Вояджер</a:t>
            </a:r>
          </a:p>
        </p:txBody>
      </p:sp>
      <p:pic>
        <p:nvPicPr>
          <p:cNvPr id="9" name="Picture Placeholder 24"/>
          <p:cNvPicPr>
            <a:picLocks xmlns:a="http://schemas.openxmlformats.org/drawingml/2006/main" noChangeAspect="1"/>
          </p:cNvPicPr>
          <p:nvPr>
            <p:ph type="pic" idx="12"/>
          </p:nvPr>
        </p:nvPicPr>
        <p:blipFill rotWithShape="1">
          <a:blip xmlns:r="http://schemas.openxmlformats.org/officeDocument/2006/relationships" xmlns:a="http://schemas.openxmlformats.org/drawingml/2006/main" r:embed="Rfe4fe882c9494289"/>
          <a:srcRect xmlns:a="http://schemas.openxmlformats.org/drawingml/2006/main" l="25079" t="0" r="17997" b="0"/>
          <a:stretch xmlns:a="http://schemas.openxmlformats.org/drawingml/2006/main"/>
        </p:blipFill>
        <p:spPr>
          <a:xfrm xmlns:a="http://schemas.openxmlformats.org/drawingml/2006/main">
            <a:off x="5267325" y="0"/>
            <a:ext cx="6944225" cy="6865620"/>
          </a:xfrm>
          <a:effectLst xmlns:a="http://schemas.openxmlformats.org/drawingml/2006/main"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217108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0BC6E20-5E05-4D20-AC12-95F32AA3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75" y="5280352"/>
            <a:ext cx="11457481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b="1" i="0">
                <a:solidFill>
                  <a:srgbClr val="FF4F00"/>
                </a:solidFill>
              </a:defRPr>
            </a:lvl1pPr>
          </a:lstStyle>
          <a:p xmlns:a="http://schemas.openxmlformats.org/drawingml/2006/main">
            <a:r>
              <a:rPr sz="2400">
                <a:solidFill>
                  <a:schemeClr val="bg1"/>
                </a:solidFill>
              </a:rPr>
              <a:t>ЭФФЕКТИВНАЯ РЕКЛАМА · рост продаж и отдачи</a:t>
            </a:r>
          </a:p>
          <a:p xmlns:a="http://schemas.openxmlformats.org/drawingml/2006/main">
            <a:r>
              <a:rPr sz="2400">
                <a:solidFill>
                  <a:schemeClr val="bg1"/>
                </a:solidFill>
              </a:rPr>
              <a:t>ПОВЕДЕНЧЕСКАЯ ЭКОНОМИКА · от истории до транзакции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5560E1-CF27-4EBB-BD95-427E0AE6D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7809" y="504665"/>
            <a:ext cx="7272337" cy="8665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Основные тематические направления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A7A428-C8E3-4394-802C-8B913244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029" y="1294399"/>
            <a:ext cx="10595736" cy="1538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НОВАЯ РЕКЛАМНАЯ НОРМАЛЬНОСТЬ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кто и как формирует правила рынка</a:t>
            </a:r>
          </a:p>
          <a:p xmlns:a="http://schemas.openxmlformats.org/drawingml/2006/main">
            <a:pPr algn="l">
              <a:buNone/>
            </a:pPr>
            <a:r>
              <a:t/>
            </a:r>
          </a:p>
          <a:p xmlns:a="http://schemas.openxmlformats.org/drawingml/2006/main">
            <a:pPr algn="l">
              <a:buNone/>
            </a:pPr>
            <a:r>
              <a:rPr>
                <a:solidFill>
                  <a:srgbClr val="0F1115"/>
                </a:solidFill>
              </a:rPr>
              <a:t>ИНДУСТРИЯ ВПЕЧАТЛЕНИЙ И КОММУНИКАЦИЙ</a:t>
            </a:r>
          </a:p>
          <a:p xmlns:a="http://schemas.openxmlformats.org/drawingml/2006/main">
            <a:pPr algn="l">
              <a:buNone/>
            </a:pPr>
            <a:r>
              <a:t>PR, SMM, контент и инфлюенс-маркетинг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E9A62EC-F481-4233-BD6B-74D907E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77" y="2747867"/>
            <a:ext cx="11308937" cy="1028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FF4F00"/>
                </a:solidFill>
              </a:rPr>
              <a:t>РЕКЛАМНЫЙ ИНВЕНТАРЬ И ТЕХНОЛОГИИ · AdTech и размещение</a:t>
            </a:r>
          </a:p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FF4F00"/>
                </a:solidFill>
              </a:rPr>
              <a:t>ТЕХНОЛОГИИ И АНАЛИТИКА · эконометрика, SEO, сквозная аналитика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37416A5-297C-4F0C-9EA8-A123725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298" y="3857625"/>
            <a:ext cx="11308937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ЭКОСИСТЕМА В ЦИФРЕ И ЦИФРАХ · digital, видео и DOOH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РЕКЛАМНЫЕ КЕЙСЫ · практические разборы</a:t>
            </a:r>
          </a:p>
        </p:txBody>
      </p:sp>
      <p:sp>
        <p:nvSpPr>
          <p:cNvPr id="20" name="Freeform: Shape 19">
            <a:extLst xmlns:a="http://schemas.openxmlformats.org/drawingml/2006/main">
              <a:ext uri="{FF2B5EF4-FFF2-40B4-BE49-F238E27FC236}">
                <a16:creationId xmlns:a16="http://schemas.microsoft.com/office/drawing/2014/main" id="{ED238406-1DAE-438F-B06D-09B8DA0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48" y="1637165"/>
            <a:ext cx="275172" cy="269491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9B54041-2C33-4E3B-82E4-5EBEE365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906" y="1580025"/>
            <a:ext cx="477997" cy="372506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74F983DE-1B55-4542-B14F-C343C787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77" y="1423152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Freeform: Shape 18">
            <a:extLst xmlns:a="http://schemas.openxmlformats.org/drawingml/2006/main">
              <a:ext uri="{FF2B5EF4-FFF2-40B4-BE49-F238E27FC236}">
                <a16:creationId xmlns:a16="http://schemas.microsoft.com/office/drawing/2014/main" id="{82C211E4-3887-41C3-A61E-65F62328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272" y="1423152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Freeform: Shape 25">
            <a:extLst xmlns:a="http://schemas.openxmlformats.org/drawingml/2006/main">
              <a:ext uri="{FF2B5EF4-FFF2-40B4-BE49-F238E27FC236}">
                <a16:creationId xmlns:a16="http://schemas.microsoft.com/office/drawing/2014/main" id="{3A096A6D-E69A-473B-BAEE-B4FCD390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23453" y="403134"/>
            <a:ext cx="980713" cy="960465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66CAB47B-0FCA-46CF-B3DD-F6B1F7FB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4450" y="199486"/>
            <a:ext cx="1703579" cy="132761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Freeform: Shape 23">
            <a:extLst xmlns:a="http://schemas.openxmlformats.org/drawingml/2006/main">
              <a:ext uri="{FF2B5EF4-FFF2-40B4-BE49-F238E27FC236}">
                <a16:creationId xmlns:a16="http://schemas.microsoft.com/office/drawing/2014/main" id="{9CB32B0B-D8CE-4B15-9029-FD69E0FA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2591" y="-359610"/>
            <a:ext cx="225715" cy="566052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Freeform: Shape 24">
            <a:extLst xmlns:a="http://schemas.openxmlformats.org/drawingml/2006/main">
              <a:ext uri="{FF2B5EF4-FFF2-40B4-BE49-F238E27FC236}">
                <a16:creationId xmlns:a16="http://schemas.microsoft.com/office/drawing/2014/main" id="{435E3951-CCCE-46CC-90FA-FEBB5043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3084" y="-359610"/>
            <a:ext cx="225715" cy="566052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Freeform: Shape 31">
            <a:extLst xmlns:a="http://schemas.openxmlformats.org/drawingml/2006/main">
              <a:ext uri="{FF2B5EF4-FFF2-40B4-BE49-F238E27FC236}">
                <a16:creationId xmlns:a16="http://schemas.microsoft.com/office/drawing/2014/main" id="{67427914-C7CF-48E0-B6BC-1B262A23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48" y="3075289"/>
            <a:ext cx="275172" cy="269491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BFDA8E2C-B656-4F8B-902B-FA9E661C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906" y="3018149"/>
            <a:ext cx="477997" cy="372506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Freeform: Shape 29">
            <a:extLst xmlns:a="http://schemas.openxmlformats.org/drawingml/2006/main">
              <a:ext uri="{FF2B5EF4-FFF2-40B4-BE49-F238E27FC236}">
                <a16:creationId xmlns:a16="http://schemas.microsoft.com/office/drawing/2014/main" id="{388D24C2-8F30-424B-A755-1E752D90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77" y="2861276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Freeform: Shape 30">
            <a:extLst xmlns:a="http://schemas.openxmlformats.org/drawingml/2006/main">
              <a:ext uri="{FF2B5EF4-FFF2-40B4-BE49-F238E27FC236}">
                <a16:creationId xmlns:a16="http://schemas.microsoft.com/office/drawing/2014/main" id="{C3563A9D-0B82-433E-915A-0B434915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272" y="2861276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Freeform: Shape 37">
            <a:extLst xmlns:a="http://schemas.openxmlformats.org/drawingml/2006/main">
              <a:ext uri="{FF2B5EF4-FFF2-40B4-BE49-F238E27FC236}">
                <a16:creationId xmlns:a16="http://schemas.microsoft.com/office/drawing/2014/main" id="{66E18B93-E5CE-46AB-8594-B402643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48" y="3960342"/>
            <a:ext cx="275172" cy="269491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BBDF4572-CF20-4073-A016-2590319E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906" y="3903202"/>
            <a:ext cx="477997" cy="372506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Freeform: Shape 35">
            <a:extLst xmlns:a="http://schemas.openxmlformats.org/drawingml/2006/main">
              <a:ext uri="{FF2B5EF4-FFF2-40B4-BE49-F238E27FC236}">
                <a16:creationId xmlns:a16="http://schemas.microsoft.com/office/drawing/2014/main" id="{EF372684-A282-4CFA-81B6-B6B8420D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77" y="3746329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Freeform: Shape 36">
            <a:extLst xmlns:a="http://schemas.openxmlformats.org/drawingml/2006/main">
              <a:ext uri="{FF2B5EF4-FFF2-40B4-BE49-F238E27FC236}">
                <a16:creationId xmlns:a16="http://schemas.microsoft.com/office/drawing/2014/main" id="{F6A52943-7E1B-4B3B-9360-76D9463C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272" y="3746329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6017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0BC6E20-5E05-4D20-AC12-95F32AA3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75" y="5280352"/>
            <a:ext cx="11457481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b="1" i="0">
                <a:solidFill>
                  <a:srgbClr val="FF4F00"/>
                </a:solidFill>
              </a:defRPr>
            </a:lvl1pPr>
          </a:lstStyle>
          <a:p xmlns:a="http://schemas.openxmlformats.org/drawingml/2006/main">
            <a:r>
              <a:rPr sz="2400">
                <a:solidFill>
                  <a:schemeClr val="bg1"/>
                </a:solidFill>
              </a:rPr>
              <a:t>ОЛЕГ ТЕМБОТОВ · Mediasystem</a:t>
            </a:r>
          </a:p>
          <a:p xmlns:a="http://schemas.openxmlformats.org/drawingml/2006/main">
            <a:r>
              <a:rPr sz="2400">
                <a:solidFill>
                  <a:schemeClr val="bg1"/>
                </a:solidFill>
              </a:rPr>
              <a:t>Долгосрочные модели уступают тактической гибкости — без отказа от последовательного брендбилдинга.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5560E1-CF27-4EBB-BD95-427E0AE6D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7809" y="504665"/>
            <a:ext cx="7272337" cy="8665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Ключевые сигналы от спикеров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A7A428-C8E3-4394-802C-8B913244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029" y="1294399"/>
            <a:ext cx="10595736" cy="1538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ЯКОВ ПЕЙСАХЗОН · «Авито Реклама»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Брендам важно видеть не только интересы, но и жизненные события — переезд, питомца, продажу автомобиля.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E9A62EC-F481-4233-BD6B-74D907E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77" y="2724150"/>
            <a:ext cx="11308937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FF4F00"/>
                </a:solidFill>
              </a:rPr>
              <a:t>АЛЕКСЕЙ БАХТЕРОВ · Media Instinct Group</a:t>
            </a:r>
          </a:p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FF4F00"/>
                </a:solidFill>
              </a:rPr>
              <a:t>Индустрия переходит от эпохи программного обеспечения к эпохе ИИ — значительно более быстрой.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37416A5-297C-4F0C-9EA8-A123725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298" y="3762375"/>
            <a:ext cx="11308937" cy="1190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ТАТЬЯНА КОВАЛЕВСКАЯ · T2 AdTech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Традиционные медиа уступают персонализированным алгоритмическим лентам.</a:t>
            </a:r>
          </a:p>
        </p:txBody>
      </p:sp>
      <p:sp>
        <p:nvSpPr>
          <p:cNvPr id="20" name="Freeform: Shape 19">
            <a:extLst xmlns:a="http://schemas.openxmlformats.org/drawingml/2006/main">
              <a:ext uri="{FF2B5EF4-FFF2-40B4-BE49-F238E27FC236}">
                <a16:creationId xmlns:a16="http://schemas.microsoft.com/office/drawing/2014/main" id="{ED238406-1DAE-438F-B06D-09B8DA0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48" y="1637165"/>
            <a:ext cx="275172" cy="269491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9B54041-2C33-4E3B-82E4-5EBEE365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906" y="1580025"/>
            <a:ext cx="477997" cy="372506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74F983DE-1B55-4542-B14F-C343C787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77" y="1423152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Freeform: Shape 18">
            <a:extLst xmlns:a="http://schemas.openxmlformats.org/drawingml/2006/main">
              <a:ext uri="{FF2B5EF4-FFF2-40B4-BE49-F238E27FC236}">
                <a16:creationId xmlns:a16="http://schemas.microsoft.com/office/drawing/2014/main" id="{82C211E4-3887-41C3-A61E-65F62328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272" y="1423152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Freeform: Shape 25">
            <a:extLst xmlns:a="http://schemas.openxmlformats.org/drawingml/2006/main">
              <a:ext uri="{FF2B5EF4-FFF2-40B4-BE49-F238E27FC236}">
                <a16:creationId xmlns:a16="http://schemas.microsoft.com/office/drawing/2014/main" id="{3A096A6D-E69A-473B-BAEE-B4FCD390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23453" y="403134"/>
            <a:ext cx="980713" cy="960465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66CAB47B-0FCA-46CF-B3DD-F6B1F7FB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4450" y="199486"/>
            <a:ext cx="1703579" cy="132761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Freeform: Shape 23">
            <a:extLst xmlns:a="http://schemas.openxmlformats.org/drawingml/2006/main">
              <a:ext uri="{FF2B5EF4-FFF2-40B4-BE49-F238E27FC236}">
                <a16:creationId xmlns:a16="http://schemas.microsoft.com/office/drawing/2014/main" id="{9CB32B0B-D8CE-4B15-9029-FD69E0FA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2591" y="-359610"/>
            <a:ext cx="225715" cy="566052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Freeform: Shape 24">
            <a:extLst xmlns:a="http://schemas.openxmlformats.org/drawingml/2006/main">
              <a:ext uri="{FF2B5EF4-FFF2-40B4-BE49-F238E27FC236}">
                <a16:creationId xmlns:a16="http://schemas.microsoft.com/office/drawing/2014/main" id="{435E3951-CCCE-46CC-90FA-FEBB5043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3084" y="-359610"/>
            <a:ext cx="225715" cy="566052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Freeform: Shape 31">
            <a:extLst xmlns:a="http://schemas.openxmlformats.org/drawingml/2006/main">
              <a:ext uri="{FF2B5EF4-FFF2-40B4-BE49-F238E27FC236}">
                <a16:creationId xmlns:a16="http://schemas.microsoft.com/office/drawing/2014/main" id="{67427914-C7CF-48E0-B6BC-1B262A23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48" y="3075289"/>
            <a:ext cx="275172" cy="269491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BFDA8E2C-B656-4F8B-902B-FA9E661C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906" y="3018149"/>
            <a:ext cx="477997" cy="372506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Freeform: Shape 29">
            <a:extLst xmlns:a="http://schemas.openxmlformats.org/drawingml/2006/main">
              <a:ext uri="{FF2B5EF4-FFF2-40B4-BE49-F238E27FC236}">
                <a16:creationId xmlns:a16="http://schemas.microsoft.com/office/drawing/2014/main" id="{388D24C2-8F30-424B-A755-1E752D90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77" y="2861276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Freeform: Shape 30">
            <a:extLst xmlns:a="http://schemas.openxmlformats.org/drawingml/2006/main">
              <a:ext uri="{FF2B5EF4-FFF2-40B4-BE49-F238E27FC236}">
                <a16:creationId xmlns:a16="http://schemas.microsoft.com/office/drawing/2014/main" id="{C3563A9D-0B82-433E-915A-0B434915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272" y="2861276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Freeform: Shape 37">
            <a:extLst xmlns:a="http://schemas.openxmlformats.org/drawingml/2006/main">
              <a:ext uri="{FF2B5EF4-FFF2-40B4-BE49-F238E27FC236}">
                <a16:creationId xmlns:a16="http://schemas.microsoft.com/office/drawing/2014/main" id="{66E18B93-E5CE-46AB-8594-B402643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48" y="3960342"/>
            <a:ext cx="275172" cy="269491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BBDF4572-CF20-4073-A016-2590319E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906" y="3903202"/>
            <a:ext cx="477997" cy="372506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Freeform: Shape 35">
            <a:extLst xmlns:a="http://schemas.openxmlformats.org/drawingml/2006/main">
              <a:ext uri="{FF2B5EF4-FFF2-40B4-BE49-F238E27FC236}">
                <a16:creationId xmlns:a16="http://schemas.microsoft.com/office/drawing/2014/main" id="{EF372684-A282-4CFA-81B6-B6B8420D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77" y="3746329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Freeform: Shape 36">
            <a:extLst xmlns:a="http://schemas.openxmlformats.org/drawingml/2006/main">
              <a:ext uri="{FF2B5EF4-FFF2-40B4-BE49-F238E27FC236}">
                <a16:creationId xmlns:a16="http://schemas.microsoft.com/office/drawing/2014/main" id="{F6A52943-7E1B-4B3B-9360-76D9463C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272" y="3746329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6017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C2D20C7-218E-4F87-A1CD-F14CE3EECC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813265" y="512763"/>
            <a:ext cx="7272337" cy="8665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200"/>
              <a:t>Главные темы ТВ-рекламы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B2C3B05-2552-423D-B01F-C894322300F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5058215" y="1513268"/>
            <a:ext cx="6782435" cy="43322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F4F00"/>
                </a:solidFill>
              </a:rPr>
              <a:t>ГЛАВНАЯ МЫСЛЬ</a:t>
            </a:r>
          </a:p>
          <a:p xmlns:a="http://schemas.openxmlformats.org/drawingml/2006/main">
            <a:r>
              <a:t>Рекламодатель покупает не ТВ-инвентарь, а видеоконтакт с человеком — в эфире, Smart TV, онлайн-кинотеатре или мобильном видео.</a:t>
            </a:r>
          </a:p>
          <a:p xmlns:a="http://schemas.openxmlformats.org/drawingml/2006/main">
            <a:r>
              <a:rPr>
                <a:solidFill>
                  <a:srgbClr val="0F1115"/>
                </a:solidFill>
                <a:latin typeface="+mn-lt"/>
                <a:ea typeface="+mn-lt"/>
                <a:cs typeface="+mn-lt"/>
              </a:rPr>
              <a:t/>
            </a:r>
          </a:p>
          <a:p xmlns:a="http://schemas.openxmlformats.org/drawingml/2006/main">
            <a:r>
              <a:rPr>
                <a:solidFill>
                  <a:srgbClr val="0F1115"/>
                </a:solidFill>
                <a:latin typeface="+mn-lt"/>
                <a:ea typeface="+mn-lt"/>
                <a:cs typeface="+mn-lt"/>
              </a:rPr>
              <a:t>КЛЮЧЕВЫЕ ВЫВОДЫ</a:t>
            </a:r>
          </a:p>
          <a:p xmlns:a="http://schemas.openxmlformats.org/drawingml/2006/main">
            <a:r>
              <a:t>• Классическое ТВ остается фундаментом кампании.</a:t>
            </a:r>
          </a:p>
          <a:p xmlns:a="http://schemas.openxmlformats.org/drawingml/2006/main">
            <a:r>
              <a:rPr sz="2000" b="1">
                <a:solidFill>
                  <a:srgbClr val="0F1115"/>
                </a:solidFill>
                <a:latin typeface="+mn-lt"/>
                <a:ea typeface="+mn-lt"/>
                <a:cs typeface="+mn-lt"/>
              </a:rPr>
              <a:t>• Цифровой контент всё чаще смотрят на телевизоре.</a:t>
            </a:r>
          </a:p>
          <a:p xmlns:a="http://schemas.openxmlformats.org/drawingml/2006/main">
            <a:r>
              <a:rPr>
                <a:solidFill>
                  <a:srgbClr val="0F1115"/>
                </a:solidFill>
                <a:latin typeface="+mn-lt"/>
                <a:ea typeface="+mn-lt"/>
                <a:cs typeface="+mn-lt"/>
              </a:rPr>
              <a:t>• Кампании сразу планируются под несколько типов видеопотребления.</a:t>
            </a:r>
          </a:p>
          <a:p xmlns:a="http://schemas.openxmlformats.org/drawingml/2006/main">
            <a:r>
              <a:rPr>
                <a:solidFill>
                  <a:srgbClr val="0F1115"/>
                </a:solidFill>
                <a:latin typeface="+mn-lt"/>
                <a:ea typeface="+mn-lt"/>
                <a:cs typeface="+mn-lt"/>
              </a:rPr>
              <a:t>• ТВ-экран становится точкой входа в цифровую рекламу.</a:t>
            </a:r>
          </a:p>
          <a:p xmlns:a="http://schemas.openxmlformats.org/drawingml/2006/main">
            <a:r>
              <a:t>• Рынок движется к омниканальному видеопланированию.</a:t>
            </a:r>
          </a:p>
          <a:p xmlns:a="http://schemas.openxmlformats.org/drawingml/2006/main">
            <a:r>
              <a:rPr>
                <a:solidFill>
                  <a:srgbClr val="0F1115"/>
                </a:solidFill>
                <a:latin typeface="+mn-lt"/>
                <a:ea typeface="+mn-lt"/>
                <a:cs typeface="+mn-lt"/>
              </a:rPr>
              <a:t>• Решения всё чаще принимаются на основе больших данных и ИИ.</a:t>
            </a:r>
          </a:p>
        </p:txBody>
      </p:sp>
      <p:pic>
        <p:nvPicPr>
          <p:cNvPr id="7" name="Рисунок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86c72d9cd9c492d"/>
          <a:srcRect xmlns:a="http://schemas.openxmlformats.org/drawingml/2006/main" l="31212" t="0" r="36232" b="0"/>
          <a:stretch xmlns:a="http://schemas.openxmlformats.org/drawingml/2006/main"/>
        </p:blipFill>
        <p:spPr>
          <a:xfrm xmlns:a="http://schemas.openxmlformats.org/drawingml/2006/main">
            <a:off x="-83844" y="0"/>
            <a:ext cx="466976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447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0BC6E20-5E05-4D20-AC12-95F32AA3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75" y="5280352"/>
            <a:ext cx="11457481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>
              <a:buNone/>
              <a:defRPr b="1" i="0">
                <a:solidFill>
                  <a:srgbClr val="FF4F00"/>
                </a:solidFill>
              </a:defRPr>
            </a:lvl1pPr>
          </a:lstStyle>
          <a:p xmlns:a="http://schemas.openxmlformats.org/drawingml/2006/main">
            <a:r>
              <a:rPr sz="2400">
                <a:solidFill>
                  <a:schemeClr val="bg1"/>
                </a:solidFill>
              </a:rPr>
              <a:t>ГЛАВНАЯ ЗАДАЧА РЫНКА — НЕ РАЗДЕЛЯТЬ ТВ И DIGITAL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5560E1-CF27-4EBB-BD95-427E0AE6D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7809" y="504665"/>
            <a:ext cx="7272337" cy="8665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Что это значит для ТВ-рынка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DA7A428-C8E3-4394-802C-8B913244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029" y="1294399"/>
            <a:ext cx="10595736" cy="15388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ЛИНЕЙНОЕ ТВ СОХРАНЯЕТ ЗНАЧЕНИЕ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Оно остается массовым фундаментом видеокампаний.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E9A62EC-F481-4233-BD6B-74D907EB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664" y="2747890"/>
            <a:ext cx="11308969" cy="187743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FF4F00"/>
                </a:solidFill>
              </a:rPr>
              <a:t>DIGITAL TV И CTV — ОБЯЗАТЕЛЬНАЯ ЧАСТЬ ВИДЕОМИКСА</a:t>
            </a:r>
          </a:p>
          <a:p xmlns:a="http://schemas.openxmlformats.org/drawingml/2006/main">
            <a:pPr algn="l">
              <a:buNone/>
            </a:pPr>
            <a:r>
              <a:rPr sz="2000" b="1" i="0">
                <a:solidFill>
                  <a:srgbClr val="FF4F00"/>
                </a:solidFill>
              </a:rPr>
              <a:t>Онлайн-видео и телевизионный экран постепенно объединяются.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37416A5-297C-4F0C-9EA8-A1237251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299" y="3666685"/>
            <a:ext cx="11308969" cy="129266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ДАННЫЕ И ИСКУССТВЕННЫЙ ИНТЕЛЛЕКТ</a:t>
            </a:r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FF4F00"/>
                </a:solidFill>
              </a:rPr>
              <a:t>становятся основой медиапланирования и выбора контакта.</a:t>
            </a:r>
          </a:p>
        </p:txBody>
      </p:sp>
      <p:sp>
        <p:nvSpPr>
          <p:cNvPr id="20" name="Freeform: Shape 19">
            <a:extLst xmlns:a="http://schemas.openxmlformats.org/drawingml/2006/main">
              <a:ext uri="{FF2B5EF4-FFF2-40B4-BE49-F238E27FC236}">
                <a16:creationId xmlns:a16="http://schemas.microsoft.com/office/drawing/2014/main" id="{ED238406-1DAE-438F-B06D-09B8DA09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48" y="1637165"/>
            <a:ext cx="275172" cy="269491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E9B54041-2C33-4E3B-82E4-5EBEE365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906" y="1580025"/>
            <a:ext cx="477997" cy="372506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Freeform: Shape 17">
            <a:extLst xmlns:a="http://schemas.openxmlformats.org/drawingml/2006/main">
              <a:ext uri="{FF2B5EF4-FFF2-40B4-BE49-F238E27FC236}">
                <a16:creationId xmlns:a16="http://schemas.microsoft.com/office/drawing/2014/main" id="{74F983DE-1B55-4542-B14F-C343C787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77" y="1423152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Freeform: Shape 18">
            <a:extLst xmlns:a="http://schemas.openxmlformats.org/drawingml/2006/main">
              <a:ext uri="{FF2B5EF4-FFF2-40B4-BE49-F238E27FC236}">
                <a16:creationId xmlns:a16="http://schemas.microsoft.com/office/drawing/2014/main" id="{82C211E4-3887-41C3-A61E-65F62328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272" y="1423152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Freeform: Shape 25">
            <a:extLst xmlns:a="http://schemas.openxmlformats.org/drawingml/2006/main">
              <a:ext uri="{FF2B5EF4-FFF2-40B4-BE49-F238E27FC236}">
                <a16:creationId xmlns:a16="http://schemas.microsoft.com/office/drawing/2014/main" id="{3A096A6D-E69A-473B-BAEE-B4FCD3901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23453" y="403134"/>
            <a:ext cx="980713" cy="960465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66CAB47B-0FCA-46CF-B3DD-F6B1F7FB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44450" y="199486"/>
            <a:ext cx="1703579" cy="1327612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Freeform: Shape 23">
            <a:extLst xmlns:a="http://schemas.openxmlformats.org/drawingml/2006/main">
              <a:ext uri="{FF2B5EF4-FFF2-40B4-BE49-F238E27FC236}">
                <a16:creationId xmlns:a16="http://schemas.microsoft.com/office/drawing/2014/main" id="{9CB32B0B-D8CE-4B15-9029-FD69E0FA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2591" y="-359610"/>
            <a:ext cx="225715" cy="566052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Freeform: Shape 24">
            <a:extLst xmlns:a="http://schemas.openxmlformats.org/drawingml/2006/main">
              <a:ext uri="{FF2B5EF4-FFF2-40B4-BE49-F238E27FC236}">
                <a16:creationId xmlns:a16="http://schemas.microsoft.com/office/drawing/2014/main" id="{435E3951-CCCE-46CC-90FA-FEBB5043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83084" y="-359610"/>
            <a:ext cx="225715" cy="566052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Freeform: Shape 31">
            <a:extLst xmlns:a="http://schemas.openxmlformats.org/drawingml/2006/main">
              <a:ext uri="{FF2B5EF4-FFF2-40B4-BE49-F238E27FC236}">
                <a16:creationId xmlns:a16="http://schemas.microsoft.com/office/drawing/2014/main" id="{67427914-C7CF-48E0-B6BC-1B262A23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48" y="3075289"/>
            <a:ext cx="275172" cy="269491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BFDA8E2C-B656-4F8B-902B-FA9E661C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906" y="3018149"/>
            <a:ext cx="477997" cy="372506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Freeform: Shape 29">
            <a:extLst xmlns:a="http://schemas.openxmlformats.org/drawingml/2006/main">
              <a:ext uri="{FF2B5EF4-FFF2-40B4-BE49-F238E27FC236}">
                <a16:creationId xmlns:a16="http://schemas.microsoft.com/office/drawing/2014/main" id="{388D24C2-8F30-424B-A755-1E752D90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77" y="2861276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Freeform: Shape 30">
            <a:extLst xmlns:a="http://schemas.openxmlformats.org/drawingml/2006/main">
              <a:ext uri="{FF2B5EF4-FFF2-40B4-BE49-F238E27FC236}">
                <a16:creationId xmlns:a16="http://schemas.microsoft.com/office/drawing/2014/main" id="{C3563A9D-0B82-433E-915A-0B434915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272" y="2861276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Freeform: Shape 37">
            <a:extLst xmlns:a="http://schemas.openxmlformats.org/drawingml/2006/main">
              <a:ext uri="{FF2B5EF4-FFF2-40B4-BE49-F238E27FC236}">
                <a16:creationId xmlns:a16="http://schemas.microsoft.com/office/drawing/2014/main" id="{66E18B93-E5CE-46AB-8594-B402643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48" y="3960342"/>
            <a:ext cx="275172" cy="269491"/>
          </a:xfrm>
          <a:custGeom xmlns:a="http://schemas.openxmlformats.org/drawingml/2006/main">
            <a:gdLst>
              <a:gd name="connsiteX0" fmla="*/ 811122 w 2377163"/>
              <a:gd name="connsiteY0" fmla="*/ 599089 h 1671144"/>
              <a:gd name="connsiteX1" fmla="*/ 811122 w 2377163"/>
              <a:gd name="connsiteY1" fmla="*/ 599089 h 1671144"/>
              <a:gd name="connsiteX2" fmla="*/ 1305108 w 2377163"/>
              <a:gd name="connsiteY2" fmla="*/ 609600 h 1671144"/>
              <a:gd name="connsiteX3" fmla="*/ 1357660 w 2377163"/>
              <a:gd name="connsiteY3" fmla="*/ 630620 h 1671144"/>
              <a:gd name="connsiteX4" fmla="*/ 1410212 w 2377163"/>
              <a:gd name="connsiteY4" fmla="*/ 683172 h 1671144"/>
              <a:gd name="connsiteX5" fmla="*/ 1452253 w 2377163"/>
              <a:gd name="connsiteY5" fmla="*/ 746234 h 1671144"/>
              <a:gd name="connsiteX6" fmla="*/ 1483784 w 2377163"/>
              <a:gd name="connsiteY6" fmla="*/ 788275 h 1671144"/>
              <a:gd name="connsiteX7" fmla="*/ 1504805 w 2377163"/>
              <a:gd name="connsiteY7" fmla="*/ 851337 h 1671144"/>
              <a:gd name="connsiteX8" fmla="*/ 1494294 w 2377163"/>
              <a:gd name="connsiteY8" fmla="*/ 1061544 h 1671144"/>
              <a:gd name="connsiteX9" fmla="*/ 1462763 w 2377163"/>
              <a:gd name="connsiteY9" fmla="*/ 1103586 h 1671144"/>
              <a:gd name="connsiteX10" fmla="*/ 1441743 w 2377163"/>
              <a:gd name="connsiteY10" fmla="*/ 1135117 h 1671144"/>
              <a:gd name="connsiteX11" fmla="*/ 1378681 w 2377163"/>
              <a:gd name="connsiteY11" fmla="*/ 1145627 h 1671144"/>
              <a:gd name="connsiteX12" fmla="*/ 1252556 w 2377163"/>
              <a:gd name="connsiteY12" fmla="*/ 1156137 h 1671144"/>
              <a:gd name="connsiteX13" fmla="*/ 653467 w 2377163"/>
              <a:gd name="connsiteY13" fmla="*/ 1082565 h 1671144"/>
              <a:gd name="connsiteX14" fmla="*/ 548363 w 2377163"/>
              <a:gd name="connsiteY14" fmla="*/ 998482 h 1671144"/>
              <a:gd name="connsiteX15" fmla="*/ 464281 w 2377163"/>
              <a:gd name="connsiteY15" fmla="*/ 914400 h 1671144"/>
              <a:gd name="connsiteX16" fmla="*/ 369687 w 2377163"/>
              <a:gd name="connsiteY16" fmla="*/ 683172 h 1671144"/>
              <a:gd name="connsiteX17" fmla="*/ 390708 w 2377163"/>
              <a:gd name="connsiteY17" fmla="*/ 315310 h 1671144"/>
              <a:gd name="connsiteX18" fmla="*/ 443260 w 2377163"/>
              <a:gd name="connsiteY18" fmla="*/ 252248 h 1671144"/>
              <a:gd name="connsiteX19" fmla="*/ 516832 w 2377163"/>
              <a:gd name="connsiteY19" fmla="*/ 231227 h 1671144"/>
              <a:gd name="connsiteX20" fmla="*/ 1200005 w 2377163"/>
              <a:gd name="connsiteY20" fmla="*/ 252248 h 1671144"/>
              <a:gd name="connsiteX21" fmla="*/ 1441743 w 2377163"/>
              <a:gd name="connsiteY21" fmla="*/ 336331 h 1671144"/>
              <a:gd name="connsiteX22" fmla="*/ 1704501 w 2377163"/>
              <a:gd name="connsiteY22" fmla="*/ 451944 h 1671144"/>
              <a:gd name="connsiteX23" fmla="*/ 1809605 w 2377163"/>
              <a:gd name="connsiteY23" fmla="*/ 557048 h 1671144"/>
              <a:gd name="connsiteX24" fmla="*/ 1946239 w 2377163"/>
              <a:gd name="connsiteY24" fmla="*/ 777765 h 1671144"/>
              <a:gd name="connsiteX25" fmla="*/ 1998791 w 2377163"/>
              <a:gd name="connsiteY25" fmla="*/ 945931 h 1671144"/>
              <a:gd name="connsiteX26" fmla="*/ 2019812 w 2377163"/>
              <a:gd name="connsiteY26" fmla="*/ 1008993 h 1671144"/>
              <a:gd name="connsiteX27" fmla="*/ 2030322 w 2377163"/>
              <a:gd name="connsiteY27" fmla="*/ 1072055 h 1671144"/>
              <a:gd name="connsiteX28" fmla="*/ 1998791 w 2377163"/>
              <a:gd name="connsiteY28" fmla="*/ 1219200 h 1671144"/>
              <a:gd name="connsiteX29" fmla="*/ 1862156 w 2377163"/>
              <a:gd name="connsiteY29" fmla="*/ 1376855 h 1671144"/>
              <a:gd name="connsiteX30" fmla="*/ 1799094 w 2377163"/>
              <a:gd name="connsiteY30" fmla="*/ 1418896 h 1671144"/>
              <a:gd name="connsiteX31" fmla="*/ 1736032 w 2377163"/>
              <a:gd name="connsiteY31" fmla="*/ 1439917 h 1671144"/>
              <a:gd name="connsiteX32" fmla="*/ 1630929 w 2377163"/>
              <a:gd name="connsiteY32" fmla="*/ 1471448 h 1671144"/>
              <a:gd name="connsiteX33" fmla="*/ 1010818 w 2377163"/>
              <a:gd name="connsiteY33" fmla="*/ 1460937 h 1671144"/>
              <a:gd name="connsiteX34" fmla="*/ 748060 w 2377163"/>
              <a:gd name="connsiteY34" fmla="*/ 1408386 h 1671144"/>
              <a:gd name="connsiteX35" fmla="*/ 611425 w 2377163"/>
              <a:gd name="connsiteY35" fmla="*/ 1366344 h 1671144"/>
              <a:gd name="connsiteX36" fmla="*/ 327646 w 2377163"/>
              <a:gd name="connsiteY36" fmla="*/ 1187669 h 1671144"/>
              <a:gd name="connsiteX37" fmla="*/ 201522 w 2377163"/>
              <a:gd name="connsiteY37" fmla="*/ 1072055 h 1671144"/>
              <a:gd name="connsiteX38" fmla="*/ 12336 w 2377163"/>
              <a:gd name="connsiteY38" fmla="*/ 735724 h 1671144"/>
              <a:gd name="connsiteX39" fmla="*/ 12336 w 2377163"/>
              <a:gd name="connsiteY39" fmla="*/ 441434 h 1671144"/>
              <a:gd name="connsiteX40" fmla="*/ 106929 w 2377163"/>
              <a:gd name="connsiteY40" fmla="*/ 252248 h 1671144"/>
              <a:gd name="connsiteX41" fmla="*/ 159481 w 2377163"/>
              <a:gd name="connsiteY41" fmla="*/ 157655 h 1671144"/>
              <a:gd name="connsiteX42" fmla="*/ 338156 w 2377163"/>
              <a:gd name="connsiteY42" fmla="*/ 63062 h 1671144"/>
              <a:gd name="connsiteX43" fmla="*/ 495812 w 2377163"/>
              <a:gd name="connsiteY43" fmla="*/ 42041 h 1671144"/>
              <a:gd name="connsiteX44" fmla="*/ 621936 w 2377163"/>
              <a:gd name="connsiteY44" fmla="*/ 21020 h 1671144"/>
              <a:gd name="connsiteX45" fmla="*/ 737550 w 2377163"/>
              <a:gd name="connsiteY45" fmla="*/ 10510 h 1671144"/>
              <a:gd name="connsiteX46" fmla="*/ 842653 w 2377163"/>
              <a:gd name="connsiteY46" fmla="*/ 0 h 1671144"/>
              <a:gd name="connsiteX47" fmla="*/ 1273577 w 2377163"/>
              <a:gd name="connsiteY47" fmla="*/ 10510 h 1671144"/>
              <a:gd name="connsiteX48" fmla="*/ 1441743 w 2377163"/>
              <a:gd name="connsiteY48" fmla="*/ 31531 h 1671144"/>
              <a:gd name="connsiteX49" fmla="*/ 1536336 w 2377163"/>
              <a:gd name="connsiteY49" fmla="*/ 42041 h 1671144"/>
              <a:gd name="connsiteX50" fmla="*/ 1651950 w 2377163"/>
              <a:gd name="connsiteY50" fmla="*/ 84082 h 1671144"/>
              <a:gd name="connsiteX51" fmla="*/ 1683481 w 2377163"/>
              <a:gd name="connsiteY51" fmla="*/ 126124 h 1671144"/>
              <a:gd name="connsiteX52" fmla="*/ 1851646 w 2377163"/>
              <a:gd name="connsiteY52" fmla="*/ 294289 h 1671144"/>
              <a:gd name="connsiteX53" fmla="*/ 1914708 w 2377163"/>
              <a:gd name="connsiteY53" fmla="*/ 367862 h 1671144"/>
              <a:gd name="connsiteX54" fmla="*/ 2072363 w 2377163"/>
              <a:gd name="connsiteY54" fmla="*/ 546537 h 1671144"/>
              <a:gd name="connsiteX55" fmla="*/ 2145936 w 2377163"/>
              <a:gd name="connsiteY55" fmla="*/ 651641 h 1671144"/>
              <a:gd name="connsiteX56" fmla="*/ 2293081 w 2377163"/>
              <a:gd name="connsiteY56" fmla="*/ 966951 h 1671144"/>
              <a:gd name="connsiteX57" fmla="*/ 2324612 w 2377163"/>
              <a:gd name="connsiteY57" fmla="*/ 1061544 h 1671144"/>
              <a:gd name="connsiteX58" fmla="*/ 2377163 w 2377163"/>
              <a:gd name="connsiteY58" fmla="*/ 1198179 h 1671144"/>
              <a:gd name="connsiteX59" fmla="*/ 2345632 w 2377163"/>
              <a:gd name="connsiteY59" fmla="*/ 1324303 h 1671144"/>
              <a:gd name="connsiteX60" fmla="*/ 2303591 w 2377163"/>
              <a:gd name="connsiteY60" fmla="*/ 1376855 h 1671144"/>
              <a:gd name="connsiteX61" fmla="*/ 2177467 w 2377163"/>
              <a:gd name="connsiteY61" fmla="*/ 1460937 h 1671144"/>
              <a:gd name="connsiteX62" fmla="*/ 1872667 w 2377163"/>
              <a:gd name="connsiteY62" fmla="*/ 1587062 h 1671144"/>
              <a:gd name="connsiteX63" fmla="*/ 1347150 w 2377163"/>
              <a:gd name="connsiteY63" fmla="*/ 1671144 h 1671144"/>
              <a:gd name="connsiteX64" fmla="*/ 748060 w 2377163"/>
              <a:gd name="connsiteY64" fmla="*/ 1650124 h 1671144"/>
              <a:gd name="connsiteX65" fmla="*/ 621936 w 2377163"/>
              <a:gd name="connsiteY65" fmla="*/ 1618593 h 1671144"/>
              <a:gd name="connsiteX66" fmla="*/ 569384 w 2377163"/>
              <a:gd name="connsiteY66" fmla="*/ 1608082 h 1671144"/>
              <a:gd name="connsiteX67" fmla="*/ 537853 w 2377163"/>
              <a:gd name="connsiteY67" fmla="*/ 1587062 h 1671144"/>
              <a:gd name="connsiteX68" fmla="*/ 453770 w 2377163"/>
              <a:gd name="connsiteY68" fmla="*/ 1524000 h 1671144"/>
              <a:gd name="connsiteX69" fmla="*/ 369687 w 2377163"/>
              <a:gd name="connsiteY69" fmla="*/ 1481958 h 1671144"/>
              <a:gd name="connsiteX70" fmla="*/ 264584 w 2377163"/>
              <a:gd name="connsiteY70" fmla="*/ 1439917 h 1671144"/>
              <a:gd name="connsiteX71" fmla="*/ 254074 w 2377163"/>
              <a:gd name="connsiteY71" fmla="*/ 1439917 h 1671144"/>
              <a:gd name="connsiteX72" fmla="*/ 254074 w 2377163"/>
              <a:gd name="connsiteY72" fmla="*/ 1439917 h 1671144"/>
              <a:gd name="connsiteX73" fmla="*/ 359177 w 2377163"/>
              <a:gd name="connsiteY73" fmla="*/ 1460937 h 1671144"/>
              <a:gd name="connsiteX74" fmla="*/ 390708 w 2377163"/>
              <a:gd name="connsiteY74" fmla="*/ 1460937 h 1671144"/>
            </a:gdLst>
            <a:rect l="l" t="t" r="r" b="b"/>
            <a:pathLst>
              <a:path w="2377163" h="1671144">
                <a:moveTo>
                  <a:pt x="811122" y="599089"/>
                </a:moveTo>
                <a:lnTo>
                  <a:pt x="811122" y="599089"/>
                </a:lnTo>
                <a:cubicBezTo>
                  <a:pt x="1035863" y="592279"/>
                  <a:pt x="1116974" y="569993"/>
                  <a:pt x="1305108" y="609600"/>
                </a:cubicBezTo>
                <a:cubicBezTo>
                  <a:pt x="1323570" y="613487"/>
                  <a:pt x="1340143" y="623613"/>
                  <a:pt x="1357660" y="630620"/>
                </a:cubicBezTo>
                <a:cubicBezTo>
                  <a:pt x="1375177" y="648137"/>
                  <a:pt x="1394525" y="663999"/>
                  <a:pt x="1410212" y="683172"/>
                </a:cubicBezTo>
                <a:cubicBezTo>
                  <a:pt x="1426210" y="702725"/>
                  <a:pt x="1437765" y="725537"/>
                  <a:pt x="1452253" y="746234"/>
                </a:cubicBezTo>
                <a:cubicBezTo>
                  <a:pt x="1462298" y="760585"/>
                  <a:pt x="1473274" y="774261"/>
                  <a:pt x="1483784" y="788275"/>
                </a:cubicBezTo>
                <a:cubicBezTo>
                  <a:pt x="1490791" y="809296"/>
                  <a:pt x="1498975" y="829960"/>
                  <a:pt x="1504805" y="851337"/>
                </a:cubicBezTo>
                <a:cubicBezTo>
                  <a:pt x="1525542" y="927373"/>
                  <a:pt x="1518181" y="970774"/>
                  <a:pt x="1494294" y="1061544"/>
                </a:cubicBezTo>
                <a:cubicBezTo>
                  <a:pt x="1489836" y="1078485"/>
                  <a:pt x="1472945" y="1089331"/>
                  <a:pt x="1462763" y="1103586"/>
                </a:cubicBezTo>
                <a:cubicBezTo>
                  <a:pt x="1455421" y="1113865"/>
                  <a:pt x="1453041" y="1129468"/>
                  <a:pt x="1441743" y="1135117"/>
                </a:cubicBezTo>
                <a:cubicBezTo>
                  <a:pt x="1422682" y="1144647"/>
                  <a:pt x="1399861" y="1143274"/>
                  <a:pt x="1378681" y="1145627"/>
                </a:cubicBezTo>
                <a:cubicBezTo>
                  <a:pt x="1336752" y="1150286"/>
                  <a:pt x="1294598" y="1152634"/>
                  <a:pt x="1252556" y="1156137"/>
                </a:cubicBezTo>
                <a:cubicBezTo>
                  <a:pt x="1177619" y="1151028"/>
                  <a:pt x="803603" y="1160897"/>
                  <a:pt x="653467" y="1082565"/>
                </a:cubicBezTo>
                <a:cubicBezTo>
                  <a:pt x="613689" y="1061811"/>
                  <a:pt x="581896" y="1028289"/>
                  <a:pt x="548363" y="998482"/>
                </a:cubicBezTo>
                <a:cubicBezTo>
                  <a:pt x="518738" y="972149"/>
                  <a:pt x="487488" y="946533"/>
                  <a:pt x="464281" y="914400"/>
                </a:cubicBezTo>
                <a:cubicBezTo>
                  <a:pt x="419481" y="852369"/>
                  <a:pt x="392924" y="752881"/>
                  <a:pt x="369687" y="683172"/>
                </a:cubicBezTo>
                <a:cubicBezTo>
                  <a:pt x="376694" y="560551"/>
                  <a:pt x="381042" y="437750"/>
                  <a:pt x="390708" y="315310"/>
                </a:cubicBezTo>
                <a:cubicBezTo>
                  <a:pt x="393275" y="282801"/>
                  <a:pt x="413673" y="265697"/>
                  <a:pt x="443260" y="252248"/>
                </a:cubicBezTo>
                <a:cubicBezTo>
                  <a:pt x="466479" y="241694"/>
                  <a:pt x="492308" y="238234"/>
                  <a:pt x="516832" y="231227"/>
                </a:cubicBezTo>
                <a:cubicBezTo>
                  <a:pt x="744556" y="238234"/>
                  <a:pt x="972496" y="240114"/>
                  <a:pt x="1200005" y="252248"/>
                </a:cubicBezTo>
                <a:cubicBezTo>
                  <a:pt x="1306348" y="257920"/>
                  <a:pt x="1339987" y="293659"/>
                  <a:pt x="1441743" y="336331"/>
                </a:cubicBezTo>
                <a:cubicBezTo>
                  <a:pt x="1561733" y="386649"/>
                  <a:pt x="1612056" y="390314"/>
                  <a:pt x="1704501" y="451944"/>
                </a:cubicBezTo>
                <a:cubicBezTo>
                  <a:pt x="1751660" y="483383"/>
                  <a:pt x="1775332" y="510535"/>
                  <a:pt x="1809605" y="557048"/>
                </a:cubicBezTo>
                <a:cubicBezTo>
                  <a:pt x="1875124" y="645966"/>
                  <a:pt x="1905962" y="685702"/>
                  <a:pt x="1946239" y="777765"/>
                </a:cubicBezTo>
                <a:cubicBezTo>
                  <a:pt x="1986905" y="870718"/>
                  <a:pt x="1971483" y="850356"/>
                  <a:pt x="1998791" y="945931"/>
                </a:cubicBezTo>
                <a:cubicBezTo>
                  <a:pt x="2004878" y="967236"/>
                  <a:pt x="2012805" y="987972"/>
                  <a:pt x="2019812" y="1008993"/>
                </a:cubicBezTo>
                <a:cubicBezTo>
                  <a:pt x="2023315" y="1030014"/>
                  <a:pt x="2032443" y="1050850"/>
                  <a:pt x="2030322" y="1072055"/>
                </a:cubicBezTo>
                <a:cubicBezTo>
                  <a:pt x="2025331" y="1121968"/>
                  <a:pt x="2017070" y="1172487"/>
                  <a:pt x="1998791" y="1219200"/>
                </a:cubicBezTo>
                <a:cubicBezTo>
                  <a:pt x="1971572" y="1288759"/>
                  <a:pt x="1918679" y="1333376"/>
                  <a:pt x="1862156" y="1376855"/>
                </a:cubicBezTo>
                <a:cubicBezTo>
                  <a:pt x="1842131" y="1392258"/>
                  <a:pt x="1821690" y="1407598"/>
                  <a:pt x="1799094" y="1418896"/>
                </a:cubicBezTo>
                <a:cubicBezTo>
                  <a:pt x="1779275" y="1428805"/>
                  <a:pt x="1757181" y="1433308"/>
                  <a:pt x="1736032" y="1439917"/>
                </a:cubicBezTo>
                <a:cubicBezTo>
                  <a:pt x="1701120" y="1450827"/>
                  <a:pt x="1665963" y="1460938"/>
                  <a:pt x="1630929" y="1471448"/>
                </a:cubicBezTo>
                <a:cubicBezTo>
                  <a:pt x="1424225" y="1467944"/>
                  <a:pt x="1217367" y="1469664"/>
                  <a:pt x="1010818" y="1460937"/>
                </a:cubicBezTo>
                <a:cubicBezTo>
                  <a:pt x="960517" y="1458812"/>
                  <a:pt x="792507" y="1420353"/>
                  <a:pt x="748060" y="1408386"/>
                </a:cubicBezTo>
                <a:cubicBezTo>
                  <a:pt x="702046" y="1395998"/>
                  <a:pt x="654970" y="1385697"/>
                  <a:pt x="611425" y="1366344"/>
                </a:cubicBezTo>
                <a:cubicBezTo>
                  <a:pt x="542464" y="1335695"/>
                  <a:pt x="386899" y="1235072"/>
                  <a:pt x="327646" y="1187669"/>
                </a:cubicBezTo>
                <a:cubicBezTo>
                  <a:pt x="283111" y="1152041"/>
                  <a:pt x="238033" y="1115868"/>
                  <a:pt x="201522" y="1072055"/>
                </a:cubicBezTo>
                <a:cubicBezTo>
                  <a:pt x="68004" y="911833"/>
                  <a:pt x="75284" y="899390"/>
                  <a:pt x="12336" y="735724"/>
                </a:cubicBezTo>
                <a:cubicBezTo>
                  <a:pt x="2288" y="625198"/>
                  <a:pt x="-9489" y="559289"/>
                  <a:pt x="12336" y="441434"/>
                </a:cubicBezTo>
                <a:cubicBezTo>
                  <a:pt x="26484" y="365037"/>
                  <a:pt x="69563" y="316304"/>
                  <a:pt x="106929" y="252248"/>
                </a:cubicBezTo>
                <a:cubicBezTo>
                  <a:pt x="120807" y="228457"/>
                  <a:pt x="141113" y="176023"/>
                  <a:pt x="159481" y="157655"/>
                </a:cubicBezTo>
                <a:cubicBezTo>
                  <a:pt x="213929" y="103207"/>
                  <a:pt x="263665" y="78581"/>
                  <a:pt x="338156" y="63062"/>
                </a:cubicBezTo>
                <a:cubicBezTo>
                  <a:pt x="390059" y="52249"/>
                  <a:pt x="443367" y="49811"/>
                  <a:pt x="495812" y="42041"/>
                </a:cubicBezTo>
                <a:cubicBezTo>
                  <a:pt x="537973" y="35795"/>
                  <a:pt x="579673" y="26533"/>
                  <a:pt x="621936" y="21020"/>
                </a:cubicBezTo>
                <a:cubicBezTo>
                  <a:pt x="660308" y="16015"/>
                  <a:pt x="699027" y="14179"/>
                  <a:pt x="737550" y="10510"/>
                </a:cubicBezTo>
                <a:lnTo>
                  <a:pt x="842653" y="0"/>
                </a:lnTo>
                <a:cubicBezTo>
                  <a:pt x="986294" y="3503"/>
                  <a:pt x="1130092" y="2958"/>
                  <a:pt x="1273577" y="10510"/>
                </a:cubicBezTo>
                <a:cubicBezTo>
                  <a:pt x="1329990" y="13479"/>
                  <a:pt x="1385654" y="24800"/>
                  <a:pt x="1441743" y="31531"/>
                </a:cubicBezTo>
                <a:lnTo>
                  <a:pt x="1536336" y="42041"/>
                </a:lnTo>
                <a:cubicBezTo>
                  <a:pt x="1558984" y="48512"/>
                  <a:pt x="1627632" y="63238"/>
                  <a:pt x="1651950" y="84082"/>
                </a:cubicBezTo>
                <a:cubicBezTo>
                  <a:pt x="1665250" y="95482"/>
                  <a:pt x="1671416" y="113424"/>
                  <a:pt x="1683481" y="126124"/>
                </a:cubicBezTo>
                <a:cubicBezTo>
                  <a:pt x="1738081" y="183598"/>
                  <a:pt x="1800056" y="234100"/>
                  <a:pt x="1851646" y="294289"/>
                </a:cubicBezTo>
                <a:cubicBezTo>
                  <a:pt x="1872667" y="318813"/>
                  <a:pt x="1892729" y="344193"/>
                  <a:pt x="1914708" y="367862"/>
                </a:cubicBezTo>
                <a:cubicBezTo>
                  <a:pt x="2025034" y="486674"/>
                  <a:pt x="1960111" y="396868"/>
                  <a:pt x="2072363" y="546537"/>
                </a:cubicBezTo>
                <a:cubicBezTo>
                  <a:pt x="2098022" y="580749"/>
                  <a:pt x="2126057" y="613777"/>
                  <a:pt x="2145936" y="651641"/>
                </a:cubicBezTo>
                <a:cubicBezTo>
                  <a:pt x="2199850" y="754334"/>
                  <a:pt x="2256403" y="856918"/>
                  <a:pt x="2293081" y="966951"/>
                </a:cubicBezTo>
                <a:cubicBezTo>
                  <a:pt x="2303591" y="998482"/>
                  <a:pt x="2313254" y="1030308"/>
                  <a:pt x="2324612" y="1061544"/>
                </a:cubicBezTo>
                <a:cubicBezTo>
                  <a:pt x="2341288" y="1107404"/>
                  <a:pt x="2377163" y="1198179"/>
                  <a:pt x="2377163" y="1198179"/>
                </a:cubicBezTo>
                <a:cubicBezTo>
                  <a:pt x="2366653" y="1240220"/>
                  <a:pt x="2362132" y="1284232"/>
                  <a:pt x="2345632" y="1324303"/>
                </a:cubicBezTo>
                <a:cubicBezTo>
                  <a:pt x="2337091" y="1345046"/>
                  <a:pt x="2319454" y="1360992"/>
                  <a:pt x="2303591" y="1376855"/>
                </a:cubicBezTo>
                <a:cubicBezTo>
                  <a:pt x="2267523" y="1412923"/>
                  <a:pt x="2221990" y="1437504"/>
                  <a:pt x="2177467" y="1460937"/>
                </a:cubicBezTo>
                <a:cubicBezTo>
                  <a:pt x="2072204" y="1516339"/>
                  <a:pt x="1991729" y="1556605"/>
                  <a:pt x="1872667" y="1587062"/>
                </a:cubicBezTo>
                <a:cubicBezTo>
                  <a:pt x="1689251" y="1633982"/>
                  <a:pt x="1533341" y="1647870"/>
                  <a:pt x="1347150" y="1671144"/>
                </a:cubicBezTo>
                <a:cubicBezTo>
                  <a:pt x="1147453" y="1664137"/>
                  <a:pt x="947357" y="1664566"/>
                  <a:pt x="748060" y="1650124"/>
                </a:cubicBezTo>
                <a:cubicBezTo>
                  <a:pt x="704838" y="1646992"/>
                  <a:pt x="664119" y="1628519"/>
                  <a:pt x="621936" y="1618593"/>
                </a:cubicBezTo>
                <a:cubicBezTo>
                  <a:pt x="604547" y="1614501"/>
                  <a:pt x="586901" y="1611586"/>
                  <a:pt x="569384" y="1608082"/>
                </a:cubicBezTo>
                <a:cubicBezTo>
                  <a:pt x="558874" y="1601075"/>
                  <a:pt x="548069" y="1594492"/>
                  <a:pt x="537853" y="1587062"/>
                </a:cubicBezTo>
                <a:cubicBezTo>
                  <a:pt x="509519" y="1566456"/>
                  <a:pt x="485106" y="1539668"/>
                  <a:pt x="453770" y="1524000"/>
                </a:cubicBezTo>
                <a:cubicBezTo>
                  <a:pt x="425742" y="1509986"/>
                  <a:pt x="398489" y="1494302"/>
                  <a:pt x="369687" y="1481958"/>
                </a:cubicBezTo>
                <a:cubicBezTo>
                  <a:pt x="187834" y="1404020"/>
                  <a:pt x="399930" y="1507588"/>
                  <a:pt x="264584" y="1439917"/>
                </a:cubicBezTo>
                <a:lnTo>
                  <a:pt x="254074" y="1439917"/>
                </a:lnTo>
                <a:lnTo>
                  <a:pt x="254074" y="1439917"/>
                </a:lnTo>
                <a:lnTo>
                  <a:pt x="359177" y="1460937"/>
                </a:lnTo>
                <a:lnTo>
                  <a:pt x="390708" y="1460937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BBDF4572-CF20-4073-A016-2590319E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25906" y="3903202"/>
            <a:ext cx="477997" cy="372506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Freeform: Shape 35">
            <a:extLst xmlns:a="http://schemas.openxmlformats.org/drawingml/2006/main">
              <a:ext uri="{FF2B5EF4-FFF2-40B4-BE49-F238E27FC236}">
                <a16:creationId xmlns:a16="http://schemas.microsoft.com/office/drawing/2014/main" id="{EF372684-A282-4CFA-81B6-B6B8420D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677" y="3746329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Freeform: Shape 36">
            <a:extLst xmlns:a="http://schemas.openxmlformats.org/drawingml/2006/main">
              <a:ext uri="{FF2B5EF4-FFF2-40B4-BE49-F238E27FC236}">
                <a16:creationId xmlns:a16="http://schemas.microsoft.com/office/drawing/2014/main" id="{F6A52943-7E1B-4B3B-9360-76D9463C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9272" y="3746329"/>
            <a:ext cx="63332" cy="158825"/>
          </a:xfrm>
          <a:custGeom xmlns:a="http://schemas.openxmlformats.org/drawingml/2006/main">
            <a:gdLst>
              <a:gd name="connsiteX0" fmla="*/ 262758 w 273558"/>
              <a:gd name="connsiteY0" fmla="*/ 588580 h 588580"/>
              <a:gd name="connsiteX1" fmla="*/ 262758 w 273558"/>
              <a:gd name="connsiteY1" fmla="*/ 588580 h 588580"/>
              <a:gd name="connsiteX2" fmla="*/ 262758 w 273558"/>
              <a:gd name="connsiteY2" fmla="*/ 168166 h 588580"/>
              <a:gd name="connsiteX3" fmla="*/ 241738 w 273558"/>
              <a:gd name="connsiteY3" fmla="*/ 126124 h 588580"/>
              <a:gd name="connsiteX4" fmla="*/ 126124 w 273558"/>
              <a:gd name="connsiteY4" fmla="*/ 0 h 588580"/>
              <a:gd name="connsiteX5" fmla="*/ 63062 w 273558"/>
              <a:gd name="connsiteY5" fmla="*/ 10511 h 588580"/>
              <a:gd name="connsiteX6" fmla="*/ 0 w 273558"/>
              <a:gd name="connsiteY6" fmla="*/ 84083 h 588580"/>
              <a:gd name="connsiteX7" fmla="*/ 63062 w 273558"/>
              <a:gd name="connsiteY7" fmla="*/ 189186 h 588580"/>
              <a:gd name="connsiteX8" fmla="*/ 126124 w 273558"/>
              <a:gd name="connsiteY8" fmla="*/ 189186 h 588580"/>
              <a:gd name="connsiteX9" fmla="*/ 115614 w 273558"/>
              <a:gd name="connsiteY9" fmla="*/ 94593 h 588580"/>
              <a:gd name="connsiteX10" fmla="*/ 63062 w 273558"/>
              <a:gd name="connsiteY10" fmla="*/ 115614 h 588580"/>
            </a:gdLst>
            <a:rect l="l" t="t" r="r" b="b"/>
            <a:pathLst>
              <a:path w="273558" h="588580">
                <a:moveTo>
                  <a:pt x="262758" y="588580"/>
                </a:moveTo>
                <a:lnTo>
                  <a:pt x="262758" y="588580"/>
                </a:lnTo>
                <a:cubicBezTo>
                  <a:pt x="270157" y="433209"/>
                  <a:pt x="282826" y="322023"/>
                  <a:pt x="262758" y="168166"/>
                </a:cubicBezTo>
                <a:cubicBezTo>
                  <a:pt x="260732" y="152630"/>
                  <a:pt x="250656" y="139006"/>
                  <a:pt x="241738" y="126124"/>
                </a:cubicBezTo>
                <a:cubicBezTo>
                  <a:pt x="176688" y="32162"/>
                  <a:pt x="191668" y="49158"/>
                  <a:pt x="126124" y="0"/>
                </a:cubicBezTo>
                <a:cubicBezTo>
                  <a:pt x="105103" y="3504"/>
                  <a:pt x="82123" y="981"/>
                  <a:pt x="63062" y="10511"/>
                </a:cubicBezTo>
                <a:cubicBezTo>
                  <a:pt x="37576" y="23254"/>
                  <a:pt x="15769" y="60429"/>
                  <a:pt x="0" y="84083"/>
                </a:cubicBezTo>
                <a:cubicBezTo>
                  <a:pt x="13047" y="129747"/>
                  <a:pt x="9398" y="173087"/>
                  <a:pt x="63062" y="189186"/>
                </a:cubicBezTo>
                <a:cubicBezTo>
                  <a:pt x="83196" y="195226"/>
                  <a:pt x="105103" y="189186"/>
                  <a:pt x="126124" y="189186"/>
                </a:cubicBezTo>
                <a:lnTo>
                  <a:pt x="115614" y="94593"/>
                </a:lnTo>
                <a:lnTo>
                  <a:pt x="63062" y="115614"/>
                </a:lnTo>
              </a:path>
            </a:pathLst>
          </a:custGeom>
          <a:noFill xmlns:a="http://schemas.openxmlformats.org/drawingml/2006/main"/>
          <a:ln xmlns:a="http://schemas.openxmlformats.org/drawingml/2006/main" w="25400">
            <a:solidFill>
              <a:srgbClr val="FF4F00"/>
            </a:solidFill>
          </a:ln>
          <a:effectLst xmlns:a="http://schemas.openxmlformats.org/drawingml/2006/main">
            <a:reflection stA="45000" endPos="65000" dist="520700" dir="5400000" sy="-100000" algn="bl" rotWithShape="0"/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601756"/>
      </p:ext>
    </p:extLst>
  </p:cSld>
</p:sld>
</file>

<file path=ppt/theme/theme1.xml><?xml version="1.0" encoding="utf-8"?>
<a:theme xmlns:a="http://schemas.openxmlformats.org/drawingml/2006/main" name="АДВ">
  <a:themeElements>
    <a:clrScheme name="Custom ADV">
      <a:dk1>
        <a:srgbClr val="000000"/>
      </a:dk1>
      <a:lt1>
        <a:srgbClr val="FFFFFF"/>
      </a:lt1>
      <a:dk2>
        <a:srgbClr val="FF4F00"/>
      </a:dk2>
      <a:lt2>
        <a:srgbClr val="FFFFFF"/>
      </a:lt2>
      <a:accent1>
        <a:srgbClr val="FF4F00"/>
      </a:accent1>
      <a:accent2>
        <a:srgbClr val="006B47"/>
      </a:accent2>
      <a:accent3>
        <a:srgbClr val="F51F76"/>
      </a:accent3>
      <a:accent4>
        <a:srgbClr val="BDA79E"/>
      </a:accent4>
      <a:accent5>
        <a:srgbClr val="0028FF"/>
      </a:accent5>
      <a:accent6>
        <a:srgbClr val="00D391"/>
      </a:accent6>
      <a:hlink>
        <a:srgbClr val="006B47"/>
      </a:hlink>
      <a:folHlink>
        <a:srgbClr val="BDA79E"/>
      </a:folHlink>
    </a:clrScheme>
    <a:fontScheme name="Cera pro">
      <a:majorFont>
        <a:latin typeface="Cera Pro Black"/>
        <a:ea typeface=""/>
        <a:cs typeface=""/>
      </a:majorFont>
      <a:minorFont>
        <a:latin typeface="Cera Pro"/>
        <a:ea typeface=""/>
        <a:cs typeface=""/>
      </a:minorFont>
    </a:fontScheme>
    <a:fmtScheme name="Custom ADV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2026-07-23T09:54:23.7660000Z</dcterms:created>
  <dcterms:modified xsi:type="dcterms:W3CDTF">2026-07-23T09:54:23.7660000Z</dcterms:modified>
</coreProperties>
</file>